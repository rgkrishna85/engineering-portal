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14: Milestone 2, prompting skills and the AI help desk v1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14: Milestone 2, prompting skills and the AI help desk v1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3  ·  DAY 14  ·  30 MIN MILESTONE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Milestone 2, prompting skills and the AI help desk v1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Build AI Help Desk v1: an AI receptionist that answers policy questions only from the company policy text in src/app/api/chat/route.js, and honestly says when it doesn't know.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Write clear, specific prompts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Stop the AI from making up answers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Build AI Help Desk v1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4" name="timeline"/>
          <p:cNvSpPr/>
          <p:nvPr/>
        </p:nvSpPr>
        <p:spPr>
          <a:xfrm>
            <a:off x="5129784" y="1783080"/>
            <a:ext cx="0" cy="1889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5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0–5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brief and the steps</a:t>
            </a:r>
            <a:endParaRPr lang="en-US" sz="1400" dirty="0"/>
          </a:p>
        </p:txBody>
      </p:sp>
      <p:sp>
        <p:nvSpPr>
          <p:cNvPr id="19" name="node 2"/>
          <p:cNvSpPr/>
          <p:nvPr/>
        </p:nvSpPr>
        <p:spPr>
          <a:xfrm>
            <a:off x="4937760" y="2545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54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499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5–25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727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with your AI assistant</a:t>
            </a:r>
            <a:endParaRPr lang="en-US" sz="1400" dirty="0"/>
          </a:p>
        </p:txBody>
      </p:sp>
      <p:sp>
        <p:nvSpPr>
          <p:cNvPr id="23" name="node 3"/>
          <p:cNvSpPr/>
          <p:nvPr/>
        </p:nvSpPr>
        <p:spPr>
          <a:xfrm>
            <a:off x="4937760" y="3489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3489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3444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25–30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672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yourself with the rubric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Your mission</a:t>
            </a:r>
            <a:endParaRPr lang="en-US" sz="2800" dirty="0"/>
          </a:p>
        </p:txBody>
      </p:sp>
      <p:sp>
        <p:nvSpPr>
          <p:cNvPr id="3" name="brief card"/>
          <p:cNvSpPr/>
          <p:nvPr/>
        </p:nvSpPr>
        <p:spPr>
          <a:xfrm>
            <a:off x="457200" y="1051560"/>
            <a:ext cx="8229600" cy="2092960"/>
          </a:xfrm>
          <a:prstGeom prst="roundRect">
            <a:avLst>
              <a:gd name="adj" fmla="val 43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rief"/>
          <p:cNvSpPr txBox="1"/>
          <p:nvPr/>
        </p:nvSpPr>
        <p:spPr>
          <a:xfrm>
            <a:off x="822960" y="1371600"/>
            <a:ext cx="749808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Build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Help Desk v1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: an AI receptionist that answers policy questions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only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from the company policy text in </a:t>
            </a:r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src/app/api/chat/route.js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and honestly says when it doesn't know.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good looks like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Give 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role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"You are the HR desk."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6824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664208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Give the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facts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paste the policy text into the prompt.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2494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31136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Set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format and length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"max 3 sentences".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8163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79806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Say what to do when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unsure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"If it isn't in the policy, say 'Please contact HR at ext. 2000'."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Step by step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80160"/>
            <a:ext cx="0" cy="270662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24712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Copy the POLICIES text from src/app/api/chat/route.js.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1773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LLM triage with structured output → policy_desk or unknown_desk.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2450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78024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policy_desk answers ONLY from the policy text.</a:t>
            </a:r>
            <a:endParaRPr lang="en-US" sz="1600" dirty="0"/>
          </a:p>
        </p:txBody>
      </p:sp>
      <p:sp>
        <p:nvSpPr>
          <p:cNvPr id="13" name="node 4"/>
          <p:cNvSpPr/>
          <p:nvPr/>
        </p:nvSpPr>
        <p:spPr>
          <a:xfrm>
            <a:off x="457200" y="3127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54680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Test 5 questions, including one that is NOT in any policy.</a:t>
            </a:r>
            <a:endParaRPr lang="en-US" sz="1600" dirty="0"/>
          </a:p>
        </p:txBody>
      </p:sp>
      <p:sp>
        <p:nvSpPr>
          <p:cNvPr id="16" name="node 5"/>
          <p:cNvSpPr/>
          <p:nvPr/>
        </p:nvSpPr>
        <p:spPr>
          <a:xfrm>
            <a:off x="457200" y="38039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31336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Swap with a colleague and try to trick each other's bot.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Starter prompt for your AI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1.x, get_llm() from llm_setup.py.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AI help desk v1. Triage (structured output) sends the question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policy_desk or unknown_desk. policy_desk answers ONLY from the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 text below, in max 3 sentences; if the answer is not there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 says "Please contact HR at ext. 2000".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POLICIES: &lt;paste the POLICIES text here&gt;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test 5 questions, one of them not covered by any policy.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TIPS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5331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Bad: "Answer HR questions." Good: role + facts + format + what to do when unsure.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6126480" y="242316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40487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 the trick questions first: they reveal weak prompts.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6126480" y="347472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45643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When the bot invents a fact, tighten the 'only from the policy' rule.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you are scored</a:t>
            </a:r>
            <a:endParaRPr lang="en-US" sz="2800" dirty="0"/>
          </a:p>
        </p:txBody>
      </p:sp>
      <p:graphicFrame>
        <p:nvGraphicFramePr>
          <p:cNvPr id="8" name="rubri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66928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Points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Uses structured output for routing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Answers come only from the policy text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Handles the 'not in policy' question honestly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Clear, specific prompts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You can explain how it works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core card"/>
          <p:cNvSpPr/>
          <p:nvPr/>
        </p:nvSpPr>
        <p:spPr>
          <a:xfrm>
            <a:off x="6400800" y="1097280"/>
            <a:ext cx="2286000" cy="3291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20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points available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8346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16–20  ready to move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10–15  revisit weak parts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0–9     pair with a buddy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14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Good prompts = role + facts + format + fallback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Grounding in real text stops made-up answers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Test with questions designed to trick the bot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Use the rubric (out of 20).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Note what to improve tomorrow.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15: Tools, the AI's phone extensions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14: Milestone 2, prompting skills and the AI help desk v1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