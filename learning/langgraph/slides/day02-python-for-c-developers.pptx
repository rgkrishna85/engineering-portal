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02: Python for C# developers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02: Python for C# developers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1  ·  DAY 02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Python for C# developers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Read and write the ~15 Python features LangGraph uses.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Read Python code without panicking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Translate common C# constructs into Python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Write a TypedDict, the shape LangGraph state uses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4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19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3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27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You speak "C#". Python is a dialect of the same language: fewer brackets, fewer rules, and indentation is the grammar.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Indentation is the syntax.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Python uses 4 spaces where C# uses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No semicolons, no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dictionary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1}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Dictionary&lt;string, object&gt;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Read safely with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d.get("key")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list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["a", "b"]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List&lt;T&gt;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Use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.append(x)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instead of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.Add(x)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93522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Functions: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greet(p: str) -&gt; str: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Type hints are optional documentation.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f"Hi {p}"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$"Hi {p}"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5" name="node 5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54787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TypedDict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is a dictionary with a known shape, like a C# record. LangGraph uses it for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code/day02_python_for_csharp.py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= {"id": 101, "text": "Laptop won't start"}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ticket["status"] = "open"     # add a key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greet(person: str)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 {person}"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"laptop" in ticket["text"] and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print("Send to IT")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Ticket(TypedDict):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text: str</a:t>
            </a:r>
            <a:endParaRPr lang="en-US" sz="12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Dictionary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Like Dictionary&lt;string, object&gt;. ticket["text"] reads, ticket["status"] = ... writes.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def + indentation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indented lines ARE the method body. Wrong indentation = IndentationError.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TypedDict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dictionary with named, typed fields. Tomorrow's graphs use this for State.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day02_python_for_csharp.py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day02_python_for_csharp.py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laptop will not start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Ravi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to IT immediately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{'id': 102, 'text': 'Need leave next week', 'priority': 'low'}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laptop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urgent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I'm a C# developer learning Python. Write one small Python file that shows, side by side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C# comments: variables, a dictionary, a list, a function with type hints, if/else,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for loop, and a TypedDict called Ticket with id, text and priority. Make it print things.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Compare with a colleague's version.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Change the script so a ticket containing "password" prints "Send to IT", and any other ticket prints "Normal queue".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IndentationError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Mixed tabs/spaces or a missing indent. Let VS Code format the file (Shift+Alt+F).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true / null don't work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Python spells them True, False and None, with a capital letter.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KeyError: 'status'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key doesn't exist yet. Use ticket.get("status") to read safely.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replaces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in Python?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 you read a dictionary value safely when the key may not exist?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TypedDict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compared with C#?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&amp;&amp; !false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in Python.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f"Hello {name}"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match in C#?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Indentation (4 spaces).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d.get("key")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or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d.get("key", default)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dictionary with a known shape, similar to a C# record or DTO.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and not False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String interpolation: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$"Hello {name}"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02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Indentation replaces braces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Dictionaries and lists do most of the work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TypedDict = the shape of your graph's State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03: How to vibe code without fooling yourself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02: Python for C# developers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