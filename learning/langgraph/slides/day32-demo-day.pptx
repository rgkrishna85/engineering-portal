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32: Demo day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32: Demo day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7  ·  DAY 32  ·  30 MIN CAPSTONE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Demo day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Demo day. Show the Smart Help Desk live: 3 audience questions, 1 leave approval (pause and resume), and 1 trace in LangSmith or Studio. Then look back and plan what's next.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Demo a working AI agent live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Handle audience questions safely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Plan what to build next at work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Portal running (2nd terminal, repo root)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→   http://localhost:3000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"/>
          <p:cNvSpPr txBox="1"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Demo day.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Show the Smart Help Desk live: 3 audience questions, 1 leave approval (pause and resume), and 1 trace in LangSmith or Studio. Then look back and plan what's next.</a:t>
            </a:r>
            <a:endParaRPr lang="en-US" sz="1700" dirty="0"/>
          </a:p>
        </p:txBody>
      </p:sp>
      <p:sp>
        <p:nvSpPr>
          <p:cNvPr id="4" name="code panel"/>
          <p:cNvSpPr/>
          <p:nvPr/>
        </p:nvSpPr>
        <p:spPr>
          <a:xfrm>
            <a:off x="457200" y="224028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THE DESIGN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2697480"/>
            <a:ext cx="7863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policy_answer 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classify --+--&gt; portal_agent (tools: projects, employees) --+--&gt;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extract_leave -&gt; manager_approval (PAUSE) -&gt; notify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Rehearse once: policy, portal and leave routes.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Live demo (15 min): 3 questions from the audience, 1 leave approval, 1 trace.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person explains the part they built.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Retrospective (10 min): what to build next (review workflows, training recommendations, workload balancing).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Fill in the final self-assessment (1–5 per skill).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me prepare a 15-minute demo script for our LangGraph help desk: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routes (policy, portal data, leave approval), one trace 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LangSmith, and 3 likely tricky audience questions with how our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handles them. Keep it simple for a non-technical audience.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Have a backup: a recorded run or screenshots if the network fails.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the portal and API server before the audience arrives.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self-assessment ≥ 4 = ready for real project work.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7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 three routes work live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Leave approval pause and resume shown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Handles a tricky audience question safely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Tests run green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Everyone explains their own part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16–20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10–15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0–9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32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You built and shipped a real LangGraph agent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Next: Command, Send, Postgres memory, evaluations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Keep learning on the job with a buddy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20).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You've finished the course. Well done!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32: Demo day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