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28: Design and skeleton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28: Design and skeleton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7  ·  DAY 28  ·  30 MIN CAPSTONE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Design and skeleton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capstone replaces the portal's keyword chatbot with a LangGraph agent. Today: design it and build a skeleton with fake nodes that runs from START to END.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Design the Smart Help Desk on paper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Agree the State fields as a team contract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Get a skeleton running end-to-end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AI key needed today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runs free and offline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4" name="timeline"/>
          <p:cNvSpPr/>
          <p:nvPr/>
        </p:nvSpPr>
        <p:spPr>
          <a:xfrm>
            <a:off x="5129784" y="1783080"/>
            <a:ext cx="0" cy="18897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5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0–5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brief and the steps</a:t>
            </a:r>
            <a:endParaRPr lang="en-US" sz="1400" dirty="0"/>
          </a:p>
        </p:txBody>
      </p:sp>
      <p:sp>
        <p:nvSpPr>
          <p:cNvPr id="19" name="node 2"/>
          <p:cNvSpPr/>
          <p:nvPr/>
        </p:nvSpPr>
        <p:spPr>
          <a:xfrm>
            <a:off x="4937760" y="2545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2545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2499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5–25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727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with your AI assistant</a:t>
            </a:r>
            <a:endParaRPr lang="en-US" sz="1400" dirty="0"/>
          </a:p>
        </p:txBody>
      </p:sp>
      <p:sp>
        <p:nvSpPr>
          <p:cNvPr id="23" name="node 3"/>
          <p:cNvSpPr/>
          <p:nvPr/>
        </p:nvSpPr>
        <p:spPr>
          <a:xfrm>
            <a:off x="4937760" y="3489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3489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3444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25–30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672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yourself with the rubric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Your mission</a:t>
            </a:r>
            <a:endParaRPr lang="en-US" sz="2800" dirty="0"/>
          </a:p>
        </p:txBody>
      </p:sp>
      <p:sp>
        <p:nvSpPr>
          <p:cNvPr id="3" name="brief"/>
          <p:cNvSpPr txBox="1"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capstone replaces the portal's keyword chatbot with a LangGraph agent. Today: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design it and build a skeleton with fake nodes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that runs from START to END.</a:t>
            </a:r>
            <a:endParaRPr lang="en-US" sz="1700" dirty="0"/>
          </a:p>
        </p:txBody>
      </p:sp>
      <p:sp>
        <p:nvSpPr>
          <p:cNvPr id="4" name="code panel"/>
          <p:cNvSpPr/>
          <p:nvPr/>
        </p:nvSpPr>
        <p:spPr>
          <a:xfrm>
            <a:off x="457200" y="2240280"/>
            <a:ext cx="8229600" cy="1280160"/>
          </a:xfrm>
          <a:prstGeom prst="roundRect">
            <a:avLst>
              <a:gd name="adj" fmla="val 714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THE DESIGN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640080" y="2697480"/>
            <a:ext cx="78638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+--&gt; policy_answer ---------------------------+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-&gt; classify --+--&gt; portal_agent (tools: projects, employees) --+--&gt; 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+--&gt; extract_leave -&gt; manager_approval (PAUSE) -&gt; notify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Step by step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80160"/>
            <a:ext cx="0" cy="270662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124712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Draw the graph: classify → policy_answer | portal_agent | extract_leave → manager_approval → notify.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17739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Agree the State fields (messages, intent, employee, days, decision). Write them down: it's the team's contract, like a C# interface.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2450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78024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Split the work: A classify · B policy_answer · C portal_agent · D leave flow · E API + tests.</a:t>
            </a:r>
            <a:endParaRPr lang="en-US" sz="1600" dirty="0"/>
          </a:p>
        </p:txBody>
      </p:sp>
      <p:sp>
        <p:nvSpPr>
          <p:cNvPr id="13" name="node 4"/>
          <p:cNvSpPr/>
          <p:nvPr/>
        </p:nvSpPr>
        <p:spPr>
          <a:xfrm>
            <a:off x="457200" y="3127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154680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Vibe code the skeleton: every node returns fixed text.</a:t>
            </a:r>
            <a:endParaRPr lang="en-US" sz="1600" dirty="0"/>
          </a:p>
        </p:txBody>
      </p:sp>
      <p:sp>
        <p:nvSpPr>
          <p:cNvPr id="16" name="node 5"/>
          <p:cNvSpPr/>
          <p:nvPr/>
        </p:nvSpPr>
        <p:spPr>
          <a:xfrm>
            <a:off x="457200" y="38039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31336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 it and compare the mermaid diagram with your drawing.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Starter prompt for your AI assistant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 beginner.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A skeleton for a help desk graph with FAKE nodes (fixed text,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 AI yet). State extends MessagesState with intent, employee,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days, decision.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STRUCTURE: START -&gt; classify -&gt; policy_answer | portal_agent |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extract_leave -&gt; manager_approval -&gt; notify -&gt; END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classify returns a fixed intent I can change by hand; print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each node; print a mermaid diagram.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TIPS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5331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Fake nodes first: it proves the wiring before any AI cost.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6126480" y="242316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40487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Change the fixed intent by hand to test all three routes.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6126480" y="347472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45643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Keep State fields minimal; add more only when a node needs them.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you are scored</a:t>
            </a:r>
            <a:endParaRPr lang="en-US" sz="2800" dirty="0"/>
          </a:p>
        </p:txBody>
      </p:sp>
      <p:graphicFrame>
        <p:nvGraphicFramePr>
          <p:cNvPr id="7" name="rubri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66928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Points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Skeleton runs end-to-end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Mermaid diagram matches the whiteboard design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core card"/>
          <p:cNvSpPr/>
          <p:nvPr/>
        </p:nvSpPr>
        <p:spPr>
          <a:xfrm>
            <a:off x="6400800" y="1097280"/>
            <a:ext cx="2286000" cy="32918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10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points available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8346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 ready to move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5–7  revisit weak parts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0–4     pair with a buddy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28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Design first, then build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State fields are the contract between team members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running skeleton removes integration surprises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Use the rubric (out of 10).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Note what to improve tomorrow.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29: Build the parts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28: Design and skeleton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