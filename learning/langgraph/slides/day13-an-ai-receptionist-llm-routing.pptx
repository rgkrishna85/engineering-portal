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13: An AI receptionist (LLM routing)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13: An AI receptionist (LLM routing)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3  ·  DAY 13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An AI receptionist (LLM routing)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Replace Day 6's keyword router with an AI that understands meaning.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Replace keyword routing with AI routing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Reuse the same graph with a new 'brain'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similar nodes with a node factory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code/day13_llm_router.py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Same floor plan as Day 6, but the receptionist now </a:t>
            </a:r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understands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"my machine won't boot after the update" means IT, even though no keyword like "laptop" appears.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now uses structured output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with a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department).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graph doesn't change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only what happens inside one node. That's the power of graphs: swap the brain, keep the plan.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department desk can have its own instructions (its own system prompt).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node factory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function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make_desk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 builds similar nodes, like a C# method that returns a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Func&lt;&gt;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code/day13_llm_router.py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Route(BaseModel):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Literal["hr", "it", "facilities",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"unknown"]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triage(state):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 = llm.with_structured_output(Route)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 = router.invoke("Classify this office 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f"question: {state['question']}")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{"department": decision.department}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make_desk(name, instructions):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desk(state):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 = llm.invoke(f"You are {name}. ...")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{"answer": reply.content}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desk</a:t>
            </a:r>
            <a:endParaRPr lang="en-US" sz="11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Same graph as Day 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the inside of triage changed. The floor plan is identical.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Structured routing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AI must answer with one of four exact words, so the router can trust it.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make_desk()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factory that returns node functions, like a C# method returning Func&lt;&gt;.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day13_llm_router.py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day13_llm_router.py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machine won't boot after the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[IT] Try holding the power button for 10 seconds...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do I talk to about my payslip being wrong?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[HR] Please contact the HR desk...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your wording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Take my Day 6 routing graph and replace keyword triage with an LLM using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with_structured_output(Route) where Route.department is Literal hr/it/facilities/unknown.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Each desk should also use the LLM with its own short instructions.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"My machine won't boot", "Payslip is wrong", "Meeting room B is freezing".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code/day13_llm_router.py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the same 3 questions through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both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the Day 6 graph and the Day 13 graph. Write down which ones the keyword version got wrong.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Router returns free text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with_structured_output(Route), never parse a sentence.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Slow responses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 AI calls per question (route + answer). Keyword pre-filters can save cost.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Different results each run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is not 100% predictable. Test with clear examples.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changed in the graph structure from Day 6 to Day 13?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use structured output for routing instead of free text?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one downside of an LLM router compared with keywords?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node factory?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would you still choose keyword routing?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Nothing. Only the inside of the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node (and the desks) changed.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router needs an exact value like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"it"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Free text could be "I think this is IT-related".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It's slower, costs money, and is not 100% predictable.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function that creates and returns node functions with different settings.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rules are simple and exact, speed and cost matter, or for a cheap pre-filter before the LLM.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13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Swap the brain, keep the floor plan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Route on structured output, not free text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routing understands meaning; keywords don't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14: Milestone 2, prompting skills and the AI help desk v1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13: An AI receptionist (LLM routing)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