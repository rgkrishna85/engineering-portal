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29: Build the parts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29: Build the parts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7  ·  DAY 29  ·  30 MIN CAPSTONE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Build the parts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Everyone builds their own part of the Smart Help Desk, replacing the fake nodes from Day 28. Test each part on its own before joining.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Replace fake nodes with real ones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your own part on its own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Pair up to get unblocked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Everyone builds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their own part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of the Smart Help Desk, replacing the fake nodes from Day 28. Test each part on its own before joining.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457200" y="224028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THE DESIGN</a:t>
            </a:r>
            <a:endParaRPr lang="en-US" sz="1000" dirty="0"/>
          </a:p>
        </p:txBody>
      </p:sp>
      <p:sp>
        <p:nvSpPr>
          <p:cNvPr id="6" name="code"/>
          <p:cNvSpPr txBox="1"/>
          <p:nvPr/>
        </p:nvSpPr>
        <p:spPr>
          <a:xfrm>
            <a:off x="640080" y="2697480"/>
            <a:ext cx="78638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policy_answer 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classify --+--&gt; portal_agent (tools: projects, employees) --+--&gt; END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+--&gt; extract_leave -&gt; manager_approval (PAUSE) -&gt; notify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A, classify: structured output with intent = policy | portal_data | leave_request.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B, policy_answer: answers only from the policy text (Day 14).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C, portal_agent: create_agent with the portal tools (Days 17–18).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D, leave flow: extract_leave (structured form) → manager_approval (interrupt) → notify (Days 12, 21).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E, FastAPI /ask endpoint + first pytest tests (Days 26–27).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get_llm() from llm_setup.py. I own ONE node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 a team graph. State fields: &lt;paste the team's State&gt;.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Implement my node &lt;name&gt; so it &lt;what it must do&gt;.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it must only read/return the agreed State fields; add a small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at the bottom that calls my node function directly.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Call your node function directly with a hand-made state dict to test it.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Stuck for 5 minutes? Pair with someone.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Look back at the day that taught your part's concept.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Your part works when called on its 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It only uses the agreed State fields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 can explain your part to the team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5–7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0–4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29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Small, independent parts are easy to test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State contract makes joining painless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Pairing beats being stuck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10).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30: Join it up and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29: Build the parts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