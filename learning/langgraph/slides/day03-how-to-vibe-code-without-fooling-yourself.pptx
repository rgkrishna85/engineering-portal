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03: How to vibe code without fooling yourself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03: How to vibe code without fooling yourself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1  ·  DAY 03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to vibe code without fooling yourself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Learn the team's vibe-coding loop and its golden rules.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the 7-step vibe-coding loop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a clear prompt with the template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Spot outdated LangGraph code from an AI assistant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27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AI assistant is a very fast intern. They type quickly but sometimes confidently do the wrong thing, or follow last year's rules.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You are the supervisor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: you check, test and sign off.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Vibe coding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you describe what you want, the AI writes the code,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run it, read it and stay responsible for it.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loop: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Describe → Generate → Run → Read → Break → Compare → Own it.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Never skip Run.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template: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CONTEXT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(who you are, LangGraph 1.x) ·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STRUCTURE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(nodes/edges) ·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Always write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"LangGraph 1.x"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Assistants often produce older code: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MemorySaver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set_entry_point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54787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Golden rule: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never keep code that nobody can explain. Ask the AI to simplify it until someone can.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Prompt template (copy this)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 I'm learning LangGraph (Python, LangGraph 1.x).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 come from C#. Keep code simple, with comments.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    &lt;what the program should do, in plain words&gt;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STRUCTURE:&lt;nodes/edges, e.g. START -&gt; triage -&gt; END&gt;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   - one file, runnable with python file.py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use get_llm() from llm_setup.py for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print what each node does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 The code, then a 5-line explanation.</a:t>
            </a:r>
            <a:endParaRPr lang="en-US" sz="10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Tells the AI your level and the library version, so it doesn't use old APIs.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STRUCTURE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Draw the graph in words. The AI follows a plan far better than a wish.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Asking for an explanation forces readable code and teaches you at the same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my_router.py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my_router.py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'Need leave next week'  -&gt; hr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 VPN is down'        -&gt;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'LAPTOP broken'         -&gt; it      (after the fix)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                     -&gt; other   (after the fix)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I'm learning Python, coming from C#.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function that takes a help desk message and returns "hr", "it" or "other"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based on keywords (leave/salary -&gt; hr, laptop/vpn -&gt; it).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one file, test it with 4 example messages, print the results.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code, then explain it line by line for a C# developer.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with a colleague's version.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team has a fixed version that handles capitals and empty text, and the Explainer can explain the fix.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Keeping code you can't explain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Ask: "Explain this line by line for a C# developer" or "simplify this".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Believing it without running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it every time, then try odd inputs: capitals, empty text, typos.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Pasting only part of an error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Paste the FULL error and ask for a plain-words explanation 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the 7 steps of the vibe-coding loop.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must you write "LangGraph 1.x" in prompts?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AI suggests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from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langgraph.prebuilt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What does that tell you?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 you do if no one can explain the generated code?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should you paste to the AI when you get an error?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Describe, Generate, Run, Read, Break, Compare, Own it.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were trained on lots of older LangGraph code and may produce outdated APIs.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code is in an older style. Today's equivalent is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from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langchain.agents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the AI to simplify it, or don't use it.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full error message plus the code, and ask for a simple explanation first.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03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 are the supervisor; the AI is a fast intern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→ Read → Break before you trust any code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Say "LangGraph 1.x" in every prompt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04: Your first graph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03: How to vibe code without fooling yourself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