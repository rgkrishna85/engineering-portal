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24: Multi-agent (a supervisor plus specialists)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24: Multi-agent (a supervisor plus specialists)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6  ·  DAY 24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Multi-agent (a supervisor plus specialists)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Split a big job between specialist agents, using graphs inside graphs (subgraphs).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a compiled agent as a node (subgraph)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Route work to specialist agents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Judge when multi-agent is worth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code/day24_multi_agent.py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31445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receptionist (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supervisor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) doesn't answer questions themselves. They send you to the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HR specialist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or the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IT specialist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Each specialist is a full agent with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their own phones (tools)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9461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2914650"/>
            <a:ext cx="8229600" cy="792480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051810"/>
            <a:ext cx="7863840" cy="51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supervisor --&gt; hr_agent (own tool loop) --&gt;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\--&gt; it_agent (own tool loop) --&gt;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compiled graph (for example from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 be added as a node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That's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subgraph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 split? Each agent gets fewer tools and a focused prompt, which means better choices and easier testing.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Patterns: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supervisor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(one boss routes),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handoffs/swarm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(agents pass work to each other),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hierarchical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(teams of teams). There are ready-made libraries,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langgraph-supervisor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langgraph-swarm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to look at later.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31821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31638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Don't over-engineer: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good agent beats five confused ones.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Split only when one agent has too many tools or jobs.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code/day24_multi_agent.py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hr_agent = create_agent(llm, [get_leave_balance],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the HR specialist.")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it_agent = create_agent(llm, [reset_password,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check_vpn_status],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the IT specialist.")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StateGraph(MessagesState)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builder.add_node("supervisor", supervisor)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builder.add_node("hr_agent", hr_agent)   # a graph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builder.add_node("it_agent", it_agent)   # as a node!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builder.add_conditional_edges("supervisor",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choose_specialist, ["hr_agent", "it_agent"])</a:t>
            </a:r>
            <a:endParaRPr lang="en-US" sz="11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Specialists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agent has a few tools and a focused job description.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Subgraph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compiled agent added with add_node: a department used as one desk.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choose_specialist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Structured output picks hr_agent or it_agent (Day 13 again).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day24_multi_agent.py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day24_multi_agent.py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Is the VPN working in India?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The VPN in India is degraded since 09:10; engineers are working on it.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How many leave days does Arjun have?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Arjun has 3 leave days left.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wording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create_agent from langchain.agents, get_llm().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Supervisor graph. hr_agent = create_agent with get_leave_balance; it_agent 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create_agent with reset_password and a new check_vpn_status(region) tool. A supervisor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 + routing function uses structured output to pick hr_agent or it_agent.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Add both agents directly as nodes (subgraphs). Test one HR and one IT question.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code/day24_multi_agent.py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facilities_agent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with a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book_meeting_room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tool, and update the supervisor's choices.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Over-engineering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good agent beats five confused ones. Split only when needed.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Wrong specialist chosen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Make the routing choices and their descriptions clearer.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Shared state confusion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Specialists share the messages list; keep extra fields minimal.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subgraph?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two reasons to split one agent into several.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supervisor decide?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is multi-agent a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bad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idea?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the two prebuilt multi-agent libraries.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compiled graph used as a single node inside another graph.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Fewer tools per agent means better tool choice; focused prompts; separate testing; different teams can own different agents.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specialist should handle the request.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the task is simple. It adds cost, latency and complexity.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langgraph-supervisor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langgraph-swarm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24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compiled graph can be a node (subgraph)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Supervisor routes; specialists do focused work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Split only when one agent has too many jobs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25: Seeing inside (LangSmith tracing and LangGraph Studio)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24: Multi-agent (a supervisor plus specialists)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