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11: A chatbot inside a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11: A chatbot inside a graph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3  ·  DAY 11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chatbot inside a graph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Put the LLM in a node and use 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MessagesState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Put an LLM inside a graph node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MessagesState and its add_messages reducer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a multi-turn chat going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code/day11_chatbot.py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4097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folder now holds the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conversation transcript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The chatbot desk reads the whole transcript and adds its reply at the bottom.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898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3009900"/>
            <a:ext cx="8229600" cy="579120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147060"/>
            <a:ext cx="78638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chatbot 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MessagesState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built-in state with one field,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plus the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reducer (it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appends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node returns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{"messages": [reply]}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and it's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added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the history, not replacing it.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Messages can be dicts: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{"role": "user", "content": "hi"}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8950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today's version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keep the history list ourselves. Day 20 hands that job to LangGraph.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code/day11_chatbot.py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SystemMessage(content="You are the office help desk.")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chatbot(state: MessagesState) -&gt; dict: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llm.invoke([SYSTEM] + state["messages"])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{"messages": [reply]}      # appended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StateGraph(MessagesState)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builder.add_node("chatbot", chatbot)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history.append({"role": "user", "content": text})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graph.invoke({"messages": history})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result["messages"]</a:t>
            </a:r>
            <a:endParaRPr lang="en-US" sz="9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MessagesState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Ready-made state with one field: messages (the transcript).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Return [reply]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add_messages reducer APPENDS it to the history.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history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Today WE carry the history between turns. Day 20 hands that to LangGraph.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day11_chatbot.py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day11_chatbot.py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Hi, I'm Priya from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Hi Priya! How can I help you today?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What's my name?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You're Priya, from the IT team.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quit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your wording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use MessagesState and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terminal chatbot: one node 'chatbot' that calls the LLM with a system message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plus all messages. A while-loop reads input, invokes the graph with the history,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prints the reply, and stops on 'quit'.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code/day11_chatbot.py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Have a 3-turn chat. Tell it your name in turn 1 and ask for it in turn 3: it remembers. Now change the code to send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only the new message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each time: it forgets. Explain why.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Bot forgets everything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sent only the new message. Send the whole history (or use Day 20 memory).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System message repeated in history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it in the node (as here), not into the stored messages.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Replies get slow and expensive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history grows every turn. Long chats cost more tokens.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field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MessagesState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contain?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reducer do?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the bot remember your name in today's code?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would make it forget?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does the system message go: in the state, or added in the node?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Appends new messages to the list (and can update a message with the same id).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Because we send the whole history back in each time.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Sending only the latest message.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our code it's added in the node, so it isn't stored in the history again on every turn.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11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MessagesState holds the chat transcript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add_messages appends instead of replacing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model only 'remembers' what you send it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12: Structured output, where the AI fills in a 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11: A chatbot inside a graph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