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06: Conditional edges (routing)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06: Conditional edges (routing)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2  ·  DAY 06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Conditional edges (routing)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Let the graph decide which desk comes next.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Write a router function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Use add_conditional_edges to branch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Explain why keyword routing is fragile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code/day06_routing.py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131445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“</a:t>
            </a:r>
            <a:endParaRPr lang="en-US" sz="4400" dirty="0"/>
          </a:p>
        </p:txBody>
      </p:sp>
      <p:sp>
        <p:nvSpPr>
          <p:cNvPr id="5" name="analogy"/>
          <p:cNvSpPr txBox="1"/>
          <p:nvPr/>
        </p:nvSpPr>
        <p:spPr>
          <a:xfrm>
            <a:off x="1143000" y="1234440"/>
            <a:ext cx="73152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receptionist reads the ticket and points to a hallway: HR, IT, Facilities, or "we'll call you". This is the portal's current 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findPolicy()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keyword logic, redrawn as a graph.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9461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FLOOR PLAN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57200" y="2914650"/>
            <a:ext cx="8229600" cy="1219200"/>
          </a:xfrm>
          <a:prstGeom prst="roundRect">
            <a:avLst>
              <a:gd name="adj" fmla="val 7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0080" y="3051810"/>
            <a:ext cx="7863840" cy="94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+--&gt; hr_desk ----------+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triage -+--&gt; it_desk ----------+--&gt; 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+--&gt; facilities_desk --+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+--&gt; unknown_desk -----+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router function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reads the state and returns the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name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of the next node.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builder.add_conditional_edges("triage", route_function)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494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3113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Return type hints such as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Literal["hr_desk", "it_desk"]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help both the drawing and the AI assistant.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8620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43784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C# analogy is a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statement that picks which method to call next.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code/day06_routing.py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triage(state):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state["question"].lower()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"vpn" in q or "laptop" in q: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{"department": "it"}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route_by_department(state)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{"hr": "hr_desk",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"it": "it_desk"}.get(state["department"],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"unknown_desk")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builder.add_edge(START, "triage")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builder.add_conditional_edges("triage",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route_by_department)</a:t>
            </a:r>
            <a:endParaRPr lang="en-US" sz="11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triage node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Writes the department into the state. It decides nothing about the path.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Router function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Reads the state and returns the NAME of the next node. Like a C# switch.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add_conditional_edges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receptionist's hallway: after triage, ask the router where to go.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day06_routing.py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day06_routing.py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'How many vacation days do I have?' -&gt; [hr] HR: You have 24 days of annual leave...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'My VPN keeps disconnecting'        -&gt; [it] IT: Please restart and reconnect the VPN...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'The AC on floor 3 is broken'       -&gt; [facilities] Facilities: A technician will visit...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'What is the meaning of life?'      -&gt; [unknown] Sorry, I could not understand...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Python beginner from C#.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Office help desk router. A 'triage' node sets department to hr/it/facilities/unknown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 keywords. A router function sends the state to hr_desk, it_desk, facilities_desk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 unknown_desk. Each desk writes a fixed answer. Test with 4 questions.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STRUCTURE: START -&gt; triage -&gt; (one of 4 desks) -&gt; END, using add_conditional_edges.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code/day06_routing.py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a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finance_desk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for words like "invoice", "expense" and "reimbursement". Test it with "How do I claim my travel expense?"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Router returns a name that isn't a node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LangGraph raises an error. Spell node names exactly the same everywhere.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Router changes the state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Routers only decide the path. Put state changes in a node.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"My machine won't boot" → unknown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That's the weakness of keywords. Day 13 fixes it with AI.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a router function return?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method adds a branching hallway?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the router function itself a node?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happens if the router returns a name that isn't a node?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keyword routing weak? Give an example.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name (a string) of the next node, or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add_conditional_edges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No. It runs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between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nodes, only to decide the path, and doesn't change the state.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error. The graph can't find that destination.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doesn't understand meaning: "my machine won't boot" contains no keyword, so it goes to unknown. (Fixed with AI on Day 13.)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06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Router = function that returns the next node's name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add_conditional_edges adds the branching hallway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Keywords miss meaning; AI routing comes on Day 13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07: Loops and the safety stop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06: Conditional edges (routing)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