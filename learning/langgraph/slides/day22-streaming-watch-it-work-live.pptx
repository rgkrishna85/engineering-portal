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22: Streaming (watch it work live)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22: Streaming (watch it work live)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5  ·  DAY 22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Streaming (watch it work live)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 progress step by step, and type the AI's answer word by word.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Stream node-by-node progress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Stream AI tokens as they are written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Choose the right stream mode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code/day22_streaming.py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analogy"/>
          <p:cNvSpPr txBox="1"/>
          <p:nvPr/>
        </p:nvSpPr>
        <p:spPr>
          <a:xfrm>
            <a:off x="960120" y="1783080"/>
            <a:ext cx="7223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Instead of waiting at the counter for 20 seconds, the receptionist calls out </a:t>
            </a:r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"Sending you to IT… IT is checking… here's your answer…"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graph.stream(input, stream_mode="updates")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one event per desk, showing what it wrote.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70992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stream_mode="values"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the full folder after every step.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9514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7685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stream_mode="messages"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LLM tokens as they're generated (ChatGPT-style typing).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907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8950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stream_mode="custom"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your own progress messages from inside nodes.</a:t>
            </a:r>
            <a:endParaRPr lang="en-US" sz="1500" dirty="0"/>
          </a:p>
        </p:txBody>
      </p:sp>
      <p:sp>
        <p:nvSpPr>
          <p:cNvPr id="15" name="node 5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456432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Async versions: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astream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ainvoke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(like C#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code/day22_streaming.py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event in keyword_graph.stream(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{"question": "My VPN is down"},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stream_mode="updates"):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desk, changes in event.items():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print(f"{desk:10} wrote {changes}")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token, metadata in chat_graph.stream(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{"messages": [{"role":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"content": "3 laptop tips"}]},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stream_mode="messages"):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print(token.content, end="", flush=True)</a:t>
            </a:r>
            <a:endParaRPr lang="en-US" sz="110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stream() instead of invoke()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work, but you get events while it runs.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"updates"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event per node: which desk wrote what. Great for progress messages.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"messages"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tokens as they arrive: the ChatGPT typing effect.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day22_streaming.py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day22_streaming.py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Part 1: stream_mode='updates' -&gt; one event per desk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triage     wrote {'department': 'it'}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it_desk    wrote {'answer': 'IT: Please restart and reconnect the VPN. Still broken? ...'}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Part 2: stream_mode='messages' -&gt; LLM answer token by token ---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Restart your laptop weekly. 2. Close unused browser tabs. 3. ...   (appears word by word)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(1) Stream my day06_routing graph with stream_mode="updates" and print which node wrote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what. (2) Stream my day11_chatbot graph with stream_mode="messages" and print the tokens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they arrive on one line.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code/day22_streaming.py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Stream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day16_agent_by_hand.py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with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stream_mode="updates"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and print a friendly line per step, for example " thinking…", " calling get_leave_balance…", " answer ready".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Nothing prints until the 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print(..., end="", flush=True) for tokens.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Part 2 fails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It needs the API key in .env; Part 1 works without it.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Mixing up modes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updates = per node; values = full state; messages = AI tokens.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the stream mode for "one event per node".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mode gives the typing effect?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streaming matter for users?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async version of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Does streaming change the final result?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Long waits feel broken. Live progress builds trust and feels faster.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astream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No. It only shows the same work as it happens.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22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stream() shows the work as it happens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updates for progress, messages for typing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Streaming changes the experience, not the result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23: Long-term memory (the Store)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22: Streaming (watch it work live)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