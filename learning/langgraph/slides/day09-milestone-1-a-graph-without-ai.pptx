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09: Milestone 1, a graph without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09: Milestone 1, a graph without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2  ·  DAY 09  ·  30 MIN MILESTONE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Milestone 1, a graph without AI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a Leave Request Router without any AI. It checks the request, auto-approves short leave, and sends longer leave through two parallel checks to the manager's queue.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Combine routing, parallel steps and a reducer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a working graph from a written spec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Explain your design to others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4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5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19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3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Build a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Leave Request Router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without any AI. It checks the request, auto-approves short leave, and sends longer leave through two parallel checks to the manager's queue.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457200" y="2240280"/>
            <a:ext cx="8229600" cy="1539240"/>
          </a:xfrm>
          <a:prstGeom prst="roundRect">
            <a:avLst>
              <a:gd name="adj" fmla="val 594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THE DESIGN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2697480"/>
            <a:ext cx="7863840" cy="94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reject -------------------------------&gt;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validate --+--&gt; auto_approve -------------------------&gt;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check_team_calendar --+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check_balance --------+--&gt; manager_queue 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State: employee, days, reason, route, result, and notes (a list with a reducer).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validate: if days ≤ 0 or &gt; 30 → reject.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days ≤ 2 → auto_approve.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days &gt; 2 → check_team_calendar and check_balance in parallel, each adds a note → manager_queue.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Print a mermaid diagram and run 3 test cases (0 days, 1 day, 5 days).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Python beginner from C#. No AI model.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leave request router. State: employee, days, reason,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route, result, notes (list with operator.add reducer).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 START -&gt; validate -&gt; reject | auto_approve |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(check_team_calendar + check_balance in parallel) -&gt; manager_queue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print each node, run 3 test cases, print a mermaid diagram.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in small steps: validate + reject first, run it, then add the next branch.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parallel nodes clash, check the reducer on notes (Day 8).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Compare the AI's diagram with your sketch before testing.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Runs without errors for all 3 test cases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Uses a conditional edge correctly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Uses parallel nodes + a reducer correctly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Mermaid diagram matches the intended design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 can explain the flow without notes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16–20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10–15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0–9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09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 can now build any flowchart in LangGraph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Small steps + run often beats one big prompt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Everything so far works with zero AI cost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20).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10: Talking to an LLM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09: Milestone 1, a graph without AI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