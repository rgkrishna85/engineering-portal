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27: Serve it as an API (for C# and the portal)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27: Serve it as an API (for C# and the portal)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6  ·  DAY 27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Serve it as an API (for C# and the portal)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Put a graph behind a REST endpoint so any app can use it.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Expose a graph as a REST API with FastAPI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Call it from C# with HttpClient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Plan how the portal will use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code/day27_api_server.py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Open a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service window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in the wall. Any department (the C# app, the Next.js portal, Power Automate) can pass a request through it and get an answer back.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 (1/2)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FastAPI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is like ASP.NET Core minimal APIs, and it generates Swagger at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Request and response models are Pydantic classes (DTOs).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thread_id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from the caller so memory works per user.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43784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Calling it from C#: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(see the code slide)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410712"/>
            <a:ext cx="7635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From the portal: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src/app/api/chat/route.js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could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fetch("http://localhost:8000/ask", ...)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instead of using keyword matching. That's what the capstone does.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 (2/2)</a:t>
            </a:r>
            <a:endParaRPr lang="en-US" sz="2800" dirty="0"/>
          </a:p>
        </p:txBody>
      </p:sp>
      <p:sp>
        <p:nvSpPr>
          <p:cNvPr id="3" name="node 6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idea 6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Hosting options later: a Docker container on Azure or AWS, 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LangGraph Platform / LangSmith Deployment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(managed).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code/day27_api_server.py  +  C# client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AskRequest(BaseModel):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thread_id: str = "default"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@app.post("/ask", response_model=AskResponse)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ask(request: AskRequest) -&gt; AskResponse: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graph.invoke({"question": request.question},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{"configurable": {"thread_id": request.thread_id}})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AskResponse(department=result["department"],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answer=result["answer"])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C#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 = await http.PostAsJsonAsync(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"http://localhost:8000/ask",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{ question = "VPN down", thread_id = "u-42" });</a:t>
            </a:r>
            <a:endParaRPr lang="en-US" sz="10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FastAPI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Like ASP.NET Core minimal APIs. Swagger UI is built in at /docs.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Pydantic models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Request and response DTOs, validated automatically.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C# HttpClient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PostAsJsonAsync to /ask, just like calling any .NET API.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day27_api_server:app --reload --port 8000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uvicorn day27_api_server:app --reload --port 8000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     Uvicorn running on http://127.0.0.1:8000 (Press CTRL+C to quit)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  {"question": "vpn down"}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 {"department": "it", "answer": "IT: Please restart and reconnect the VPN. Still broken? Call ext. 4040."}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 UI: http://localhost:8000/docs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FastAPI, Pydantic, LangGraph 1.x.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FastAPI app with POST /ask taking {question, thread_id} and returning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{department, answer} by invoking my day06_routing graph. Show me how to run it with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uvicorn and how to call it from C# HttpClient.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code/day27_api_server.py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Call the API from Swagger,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from a tiny C# console app (or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/Postman) with the team's own question.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uvicorn: command not found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Activate the venv; it's in requirements.txt.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Every user shares one memory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 a real thread_id from the caller, not "default".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Leaking secrets in errors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return keys, connection strings or stack traces.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FastAPI's equivalent of Swagger UI, and where is it?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should the caller send a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thread_id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file in the portal would call this API?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two hosting options.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should never be returned in an API error message?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Built in, at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memory and approvals are kept per user or conversation.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src/app/api/chat/route.js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Docker container on a cloud provider (for example Azure App Service), or LangGraph Platform / LangSmith Deployment.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Secrets such as API keys or connection strings, and internal stack traces.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27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FastAPI turns a graph into a REST endpoint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Any C# or Next.js app can call it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thread_id per user keeps memory and approvals separate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28: Design and skeleton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27: Serve it as an API (for C# and the portal)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