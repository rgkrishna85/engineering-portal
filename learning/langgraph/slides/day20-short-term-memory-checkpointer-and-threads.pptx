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20: Short-term memory (checkpointer and threads)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20: Short-term memory (checkpointer and threads)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5  ·  DAY 20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Short-term memory (checkpointer and threads)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Let LangGraph remember conversations for you.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Add a checkpointer so graphs remember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Keep conversations separate with thread_id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Inspect saved state and history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Today's reference file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code/day20_memory.py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key needed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 in code\.env (see setup guide)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31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“</a:t>
            </a:r>
            <a:endParaRPr lang="en-US" sz="6000" dirty="0"/>
          </a:p>
        </p:txBody>
      </p:sp>
      <p:sp>
        <p:nvSpPr>
          <p:cNvPr id="5" name="analogy"/>
          <p:cNvSpPr txBox="1"/>
          <p:nvPr/>
        </p:nvSpPr>
        <p:spPr>
          <a:xfrm>
            <a:off x="960120" y="1783080"/>
            <a:ext cx="7223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The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checkpointer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is a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filing cabinet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. After every desk, a photocopy of the folder is filed in a drawer labelled with a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thread_id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(one drawer per conversation). When Priya comes back with her thread id, we open her drawer and continue. Arjun's drawer is separate.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builder.compile(checkpointer=InMemorySaver())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6824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664208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call passes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= {"configurable": {"thread_id": "priya-chat-1"}}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2951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276856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Now you send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only the new message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 The history comes out of the drawer.</a:t>
            </a:r>
            <a:endParaRPr lang="en-US" sz="1500" dirty="0"/>
          </a:p>
        </p:txBody>
      </p:sp>
      <p:sp>
        <p:nvSpPr>
          <p:cNvPr id="12" name="node 4"/>
          <p:cNvSpPr/>
          <p:nvPr/>
        </p:nvSpPr>
        <p:spPr>
          <a:xfrm>
            <a:off x="457200" y="28620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2843784"/>
            <a:ext cx="7635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graph.get_state(config)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shows the latest folder.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graph.get_state_history(config)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lists every photocopy. You can resume from an older one ("time travel").</a:t>
            </a:r>
            <a:endParaRPr lang="en-US" sz="1500" dirty="0"/>
          </a:p>
        </p:txBody>
      </p:sp>
      <p:sp>
        <p:nvSpPr>
          <p:cNvPr id="15" name="node 5"/>
          <p:cNvSpPr/>
          <p:nvPr/>
        </p:nvSpPr>
        <p:spPr>
          <a:xfrm>
            <a:off x="457200" y="3703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idea 5"/>
          <p:cNvSpPr txBox="1"/>
          <p:nvPr/>
        </p:nvSpPr>
        <p:spPr>
          <a:xfrm>
            <a:off x="1051560" y="3685032"/>
            <a:ext cx="7635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InMemorySaver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forgets when the program stops. In real apps use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SqliteSaver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or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PostgresSaver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(separate pip packages). This also gives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durable execution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the work survives a crash.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code/day20_memory.py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builder.compile(checkpointer=InMemorySaver())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 = {"configurable": {"thread_id": "priya-chat-1"}}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arjun = {"configurable": {"thread_id": "arjun-chat-1"}}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graph.invoke({"messages": [{"role": "user",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"content": "Hi, I'm Priya from IT."}]}, priya)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only the NEW message - history comes from the cabinet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graph.invoke({"messages": [{"role": "user",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"content": "What is my name?"}]}, priya)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print(len(graph.get_state(priya).values["messages"]))</a:t>
            </a:r>
            <a:endParaRPr lang="en-US" sz="105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checkpointer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filing cabinet: a copy of the folder is saved after every node.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thread_id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drawer label: one per conversation. Priya and Arjun never mix.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get_state()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Peek inside the drawer. get_state_history() lists every saved copy.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day20_memory.py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day20_memory.py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Priya's thread: Your name is Priya and you work in IT.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Arjun's thread: Your name is Arjun.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stored for Priya: 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saved photocopies: 6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(example: wording will differ)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LangGraph 1.x. Reuse the builder from day11_chatbot.py.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Compile it with InMemorySaver. Simulate two users (Priya and Arjun) with different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thread_ids. Each tells the bot their name, then asks "What is my name?".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Send only the new message each time. Finally print how many messages and snapshots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are stored for Priya using get_state and get_state_history.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code/day20_memory.py and spot the differences.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Prove the threads are separate: ask Arjun's thread "What is Priya's team?" It must </a:t>
            </a:r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not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know. Explain why.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Bot still forgets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You didn't pass the config with thread_id to invoke().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Memory gone after restart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InMemorySaver lives in RAM. Use SqliteSaver/PostgresSaver for real apps.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Users see each other's chats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user/conversation needs its own thread_id.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a thread_id, in the office picture?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changes in how you call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once you have a checkpointer?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is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InMemorySaver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not enough for production?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get_state_history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give you?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Name one business reason to keep threads separate.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label on a filing-cabinet drawer: one conversation.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You pass a config with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thread_id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and send only the new input.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lives in RAM and is lost when the process restarts. Use SQLite or Postgres.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saved snapshot of the state, step by step (for debugging and time travel).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Privacy: one employee must never see another employee's conversation or data.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20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Checkpointer = filing cabinet; thread_id = drawer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Send only the new message; history is loaded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Use a database checkpointer in production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21: Human-in-the-loop (pause for approval)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20: Short-term memory (checkpointer and threads)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2026-10-24T05:21:16Z</dcterms:created>
  <dcterms:modified xsi:type="dcterms:W3CDTF">2026-10-24T05:21:16Z</dcterms:modified>
</cp:coreProperties>
</file>