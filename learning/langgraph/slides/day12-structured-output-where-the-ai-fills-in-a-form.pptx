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12: Structured output, where the AI fills in a form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12: Structured output, where the AI fills in a form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3  ·  DAY 12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Structured output, where the AI fills in a form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Get a </a:t>
            </a:r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typed object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 back from the AI instead of free text.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Define a form with a Pydantic model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Get typed results with with_structured_output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Limit choices with Literal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code/day12_structured_output.py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Instead of asking the employee to "write me a note about this ticket", you hand them a 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form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 with boxes: Department HR IT Facilities · Urgency Low Medium High · Summary ____.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Define the form with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Pydantic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BaseModel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like a C# class with validation attributes.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llm.with_structured_output(MyForm)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returns a Python object, so there's no string parsing.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32257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Literal["hr", "it"]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limits the choices.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Field(description=...)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tells the AI what each box means.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93522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This is the most useful trick for business apps: classification, data extraction, and filling forms from emails.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code/day12_structured_output.py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TicketClassification(BaseModel):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department: Literal["hr", "it", "facilities",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"unknown"] = Field(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description="Which team should handle it")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urgency: Literal["low", "medium", "high"]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str = Field(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description="One short sentence")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 = get_llm().with_structured_output(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TicketClassification)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classifier.invoke("Laptop died before demo!!")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print(result.department, result.urgency)</a:t>
            </a:r>
            <a:endParaRPr lang="en-US" sz="10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BaseModel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Pydantic class = a C# DTO with validation. The 'form' the AI must fill in.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Literal[...]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these values are allowed, so your code can rely on them.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Field(description=)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Instructions for each box. The AI reads them.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day12_structured_output.py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day12_structured_output.py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         high    Laptop screen went black before a client demo.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          low     Asks whether unused leave carries forward.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facilities  medium  Coffee machine on floor 2 is leaking.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(example: summaries will differ)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LangChain 1.x, Pydantic v2, get_llm() from llm_setup.py.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Classify help desk tickets into a Pydantic model TicketClassification with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department (hr/it/facilities/unknown), urgency (low/medium/high) and a one-line summary.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 with_structured_output. Test on 3 example tickets and print a neat table.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code/day12_structured_output.py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a field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needs_human: bool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with the description "True if the user is angry or the issue is legal/safety related". Test it with an angry message.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Getting a string instead of an object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Call with_structured_output(Model) and use the returned classifier.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Values outside your list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 Literal[...] instead of str for fields with fixed choices.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Vague results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Improve each Field(description=...). It is part of the prompt.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with_structured_output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give you back?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use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Literal[...]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for department?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role of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Field(description=...)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C# analogy for a Pydantic model?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two real uses for structured output in our company.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instance of your Pydantic class with typed fields.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restricts the AI to fixed allowed values, so the router can rely on them.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tells the AI what to put in that field (it's part of the prompt).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DTO class with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[Required]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/validation attributes, deserialized from JSON.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Examples: classifying tickets, extracting leave dates from emails, pulling project data from documents, tagging review comments.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12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AI fills in a typed form: no string parsing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Literal = fixed choices you can route on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Descriptions guide each field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13: An AI receptionist (LLM routing)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12: Structured output, where the AI fills in a form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