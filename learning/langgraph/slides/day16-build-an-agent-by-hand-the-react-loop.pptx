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16: Build an agent by hand (the ReAct loop)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16: Build an agent by hand (the ReAct loop)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4  ·  DAY 16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Build an agent by hand (the ReAct loop)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Understand what an "agent" really is: a loop you already know from Day 7.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Explain the ReAct loop (Reason + Act)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Build an agent with ToolNode and tools_condition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Trace every step of an agent run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code/day16_agent_by_hand.py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key needed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 in code\.env (see setup guide)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1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131445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05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“</a:t>
            </a:r>
            <a:endParaRPr lang="en-US" sz="4400" dirty="0"/>
          </a:p>
        </p:txBody>
      </p:sp>
      <p:sp>
        <p:nvSpPr>
          <p:cNvPr id="5" name="analogy"/>
          <p:cNvSpPr txBox="1"/>
          <p:nvPr/>
        </p:nvSpPr>
        <p:spPr>
          <a:xfrm>
            <a:off x="1143000" y="1234440"/>
            <a:ext cx="73152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employee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thinks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("I need Priya's balance"),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acts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(calls ext. 101),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observes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("12 days"), thinks again, and repeats until they can reply. This is "ReAct" =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ason +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Act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9461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 FLOOR PLAN</a:t>
            </a:r>
            <a:endParaRPr lang="en-US" sz="1100" dirty="0"/>
          </a:p>
        </p:txBody>
      </p:sp>
      <p:sp>
        <p:nvSpPr>
          <p:cNvPr id="7" name="code panel"/>
          <p:cNvSpPr/>
          <p:nvPr/>
        </p:nvSpPr>
        <p:spPr>
          <a:xfrm>
            <a:off x="457200" y="2914650"/>
            <a:ext cx="8229600" cy="792480"/>
          </a:xfrm>
          <a:prstGeom prst="roundRect">
            <a:avLst>
              <a:gd name="adj" fmla="val 115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40080" y="3051810"/>
            <a:ext cx="7863840" cy="51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-&gt; agent --(wants a tool?)--&gt; tools --&gt; agent   (loop)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--(no more tools)--&gt; 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ToolNode(tools)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a prebuilt desk that runs whatever tools the AI asked for.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7282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70992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tools_condition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a prebuilt router that returns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"tools"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if the last message has tool calls, otherwise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34086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322576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add_edge("tools", "agent")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after the call, the agent thinks again.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That's the loop.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29535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935224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message.pretty_print()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shows every step.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code/day16_agent_by_hand.py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agent(state: MessagesState):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{"messages":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llm_with_tools.invoke([SYSTEM] + state["messages"])]}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 = StateGraph(MessagesState)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builder.add_node("agent", agent)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builder.add_node("tools", ToolNode(tools))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builder.add_edge(START, "agent")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builder.add_conditional_edges("agent", tools_condition)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builder.add_edge("tools", "agent")     # the loop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 in result["messages"]: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m.pretty_print()</a:t>
            </a:r>
            <a:endParaRPr lang="en-US" sz="95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ToolNode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prebuilt desk that runs whichever tools the AI asked for.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tools_condition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Prebuilt router: "tools" if the AI asked for a tool, otherwise END.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tools → agent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After the phone call, think again. This edge IS the loop from Day 7.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day16_agent_by_hand.py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day16_agent_by_hand.py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 Human Message ================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Arjun's leave balance and reset password for ravi.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 Ai Message ==================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Calls: get_leave_balance, reset_password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 Tool Message =================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Arjun has 3 leave days left.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 Tool Message =================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 link sent to ravi@company.com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 Ai Message ==================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Arjun has 3 days left, and a reset link was sent to Ravi.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LangGraph 1.x, MessagesState, ToolNode and tools_condition from langgraph.prebuilt.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Build a ReAct agent BY HAND using my two tools from day15_tools.py. Nodes 'agent'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 'tools'. Ask: "Check Arjun's leave balance and reset password for user ravi."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Pretty-print every message so I can see each step.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code/day16_agent_by_hand.py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Run it and count the messages. Label each one: Human, AI asking for tools, Tool result, AI final answer. Draw the mermaid diagram.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Agent loops forever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system prompt or tools confuse it. Keep tools few and docstrings clear.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Tool result never used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You forgot builder.add_edge("tools", "agent").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Importing from day15_tools fails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 from the code folder so Python finds the file.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ReAct stand for?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decides whether the loop continues?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ToolNode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do?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Day 7 concept is this loop built from?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Can the agent call two tools in one step?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Reason + Act.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tools_condition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: whether the AI's last message contains tool calls.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Runs the requested tools and returns ToolMessages with the results.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loop made with a conditional edge.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Yes. One AI message can contain several tool calls, and ToolNode runs them all.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16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Agent = think → call tool → observe → repeat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ToolNode runs tools; tools_condition decides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loop is just a conditional edge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17: The prebuilt agent (create_agent)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16: Build an agent by hand (the ReAct loop)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