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23: Long-term memory (the Store)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23: Long-term memory (the Store)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5  ·  DAY 23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Long-term memory (the Store)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Remember facts about a user across </a:t>
            </a:r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all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conversations.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Explain checkpointer vs Store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Save and read long-term facts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Keep each user's memories separate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code/day23_long_term_memory.py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checkpointer is the drawer for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one conversation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 The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Store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is the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employee profile card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that every conversation can read: "Priya prefers email", "Arjun works from the Pune office".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compile(checkpointer=..., store=InMemoryStore())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node gets the store by adding a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keyword argument: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node(state, *, store: BaseStore)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That's dependency injection, like in C#.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store.put(namespace, key, value)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saves.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store.search(namespace)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reads. A namespace is like a folder path: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("profiles", "priya")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311810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production, use a database-backed store. Stores also support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semantic search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(find memories by meaning).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code/day23_long_term_memory.py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remember_or_answer(state, *, store: BaseStore):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 = ("profiles", state["user"])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state["text"].startswith("remember"):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store.put(namespace, "fact-1",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{"fact": "prefers email"})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{"reply": "Got it"}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facts = [i.value["fact"]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i in store.search(namespace)]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{"reply": f"I know: {facts}"}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builder.compile(checkpointer=InMemorySaver(),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store=InMemoryStore())</a:t>
            </a:r>
            <a:endParaRPr lang="en-US" sz="11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store parameter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 for it and LangGraph injects it, like C# dependency injection.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namespace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folder path such as profiles/priya. Each user gets their own.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put / search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 a fact; read all facts in a namespace, from ANY thread.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day23_long_term_memory.py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day23_long_term_memory.py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know about priya: ['I prefer email over phone']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InMemoryStore from langgraph.store.memory, BaseStore injection.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One node: if the text starts with "remember", save the fact under ("profiles", user);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otherwise list everything known about the user. Show that a fact saved in thread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"monday-chat" is visible in thread "friday-chat". No LLM needed.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code/day23_long_term_memory.py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second user and prove each user only sees their own facts.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Facts missing in a new chat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Facts go in the Store, not the state. Use store.put().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Users see each other's facts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Include the user in the namespace: ("profiles", user).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Storing sensitive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store passwords or health details. Check privacy rules.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Checkpointer vs Store: which is per-conversation and which is across conversations?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does a node get access to the store?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namespace?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one good and one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bad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(privacy-risky) thing to store about an employee.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kind of search lets you find memories "by meaning"?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checkpointer is per conversation (thread). The Store is across all conversations.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Declare a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keyword parameter in the node and LangGraph injects it.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folder-like path (a tuple) that groups memories, for example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("profiles", "priya")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Good: preferred contact method or office location. Bad: health details or passwords, which must never be stored.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Semantic (vector/embedding) search.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23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Checkpointer = one conversation; Store = all conversations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Namespaces keep each user's facts apart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Store only what is safe and useful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24: Multi-agent (a supervisor plus specialists)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23: Long-term memory (the Store)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