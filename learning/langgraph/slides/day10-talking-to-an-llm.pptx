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10: Talking to an LLM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10: Talking to an LLM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3  ·  DAY 10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Talking to an LLM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Call an AI model, understand messages, and understand tokens (= cost).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Call an AI model from Python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Use System, Human and AI messages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Read token usage (= cost)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code/day10_first_llm_call.py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LLM is a very well-read new employee who has read the whole internet but knows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nothing about our company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. To use them you give: - a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SystemMessage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: their job description ("You are the office help desk…") - a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HumanMessage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: what the person asked and they return an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AIMessage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: their reply.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Models: Claude, GPT, Gemini, and others.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init_chat_model("provider:model")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connects to any of them. Ours lives in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llm_setup.py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Tokens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pieces of words. You pay per token in and per token out. See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reply.usage_metadata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model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does not remember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between calls unless you send the history again (Days 11 and 20).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93522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can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make things up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("hallucinate"). That's why we later give it tools and real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code/day10_first_llm_call.py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langchain_core.messages import HumanMessage, SystemMessage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llm_setup import get_llm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get_llm()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SystemMessage(content="You are a friendly office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help desk. Answer in 2 sentences."),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HumanMessage(content="I forgot my password."),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llm.invoke(messages)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print(reply.content)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print(reply.usage_metadata)</a:t>
            </a:r>
            <a:endParaRPr lang="en-US" sz="9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get_llm()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place that creates the model (from .env). Switch provider in one line.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SystemMessage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job description. HumanMessage is the question.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usage_metadata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Tokens in and out. You pay per token, so watch this number.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day10_first_llm_call.py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day10_first_llm_call.py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AIMessage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problem! Use the "Forgot password" link on the login page,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call the IT desk on ext. 4040 if you're locked out.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{'input_tokens': 38, 'output_tokens': 31, 'total_tokens': 69}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your wording and numbers will differ)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 / LangChain 1.x beginner. Use get_llm() from llm_setup.py.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Send a SystemMessage ("friendly office help desk, 2 sentences") and a HumanMessage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("I forgot my password") to the model. Print the reply text, its type and token usage.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code/day10_first_llm_call.py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Change the system message to make the bot answer like a pirate, then like a formal lawyer. What changed, and what stayed the same? Note how many tokens each used.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401 / authentication error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key is missing or wrong. Check .env has ANTHROPIC_API_KEY=... (no quotes, no spaces).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Error about temperature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Some new models reject custom settings. Use get_llm() as written.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bot invents company facts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 knows nothing about your company. Give it facts or tools (Days 14–18).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are the three main message types?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token, and why do you care?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Does the model remember your previous call?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 we use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get_llm()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instead of creating the model in every file?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"hallucination"?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SystemMessage (instructions), HumanMessage (user), AIMessage (model reply). Day 15 adds ToolMessage.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piece of a word. You pay per token, and the model has a maximum number of tokens it can read at once.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No. Each call is independent; you must send the history.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place to change the provider or model (like dependency injection).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model confidently states something false or made up.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10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System = job description, Human = question, AI = reply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Every call is independent: no memory by default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Tokens = cost; check usage_metadata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11: A chatbot inside a graph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10: Talking to an LLM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