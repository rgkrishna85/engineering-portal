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18: Tools that call our portal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18: Tools that call our portal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4  ·  DAY 18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Tools that call our portal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Connect the agent to real data from the engineering portal's API.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Write tools that call a real REST API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Return errors as text so the agent can explain them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Keep tool output short and useful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28600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31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514600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code/day18_portal_tools.py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299923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2783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7" name="node "/>
          <p:cNvSpPr/>
          <p:nvPr/>
        </p:nvSpPr>
        <p:spPr>
          <a:xfrm>
            <a:off x="685800" y="3712464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Portal running (2nd terminal, repo root)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941064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  →   http://localhost:3000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22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3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7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31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5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Until now the "phone extensions" went to fake people. Today they ring the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real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project and employee systems.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Before the session: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start the portal with </a:t>
            </a:r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, then </a:t>
            </a:r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(http://localhost:3000). Open http://localhost:3000/api/projects in a browser to see the raw JSON.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tool can do anything Python can: call a REST API (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requests.get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), query a database, read a file.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Return errors as text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("Portal not reachable…") so the AI can explain the problem instead of crashing.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3408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32257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Keep tool outputs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short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Long JSON costs tokens. Format only the fields that matter.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953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93522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Read-only first.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Tools that change data (create or delete) need extra care, so they get a human approval step on Day 21.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code/day18_portal_tools.py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list_projects(status: str = "all",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search: str = "")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"""List engineering projects. status can be 'all',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'active', 'completed' or 'on_hold'."""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_get("/api/projects",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{"status": status, "search": search})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isinstance(data, str):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data                  # error as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"\n".join(f"{p['name']} | {p['status']}"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for p in data)</a:t>
            </a:r>
            <a:endParaRPr lang="en-US" sz="110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_get()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Calls http://localhost:3000/api/... with requests and catches connection errors.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Error as text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agent can read and explain "Portal not reachable" instead of crashing.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Short lines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the fields that matter: fewer tokens, clearer answers.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day18_portal_tools.py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npm run dev   (2nd terminal, repo root)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day18_portal_tools.py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Which projects are over 80% of their budget hours?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Bridge Seismic Retrofit (98%) and ...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Who is the most loaded employee right now?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... at 95% utilization.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(example: depends on the portal's data)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LangChain 1.x create_agent, requests, get_llm(). Our Next.js portal runs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http://localhost:3000 with GET /api/projects?status=&amp;search= and GET /api/employees.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Two tools list_projects(status, search) and list_employees() that call these APIs 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short text lines. Catch connection errors and return them as text.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Ask: "Which projects are over 80% of their budget hours?" 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"Who is the most loaded employee right now?"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code/day18_portal_tools.py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 a tool for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/api/workload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(look at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src/app/api/workload/route.js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to see what it returns) and ask a workload question. Then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stop the portal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and ask again. Does the agent explain the problem politely?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Portal not reachable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Start the portal first: npm install, then npm run dev in the repo root.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Huge, slow answers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Format only a few fields per row. Don't return raw JSON.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Tools that change data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Keep tools read-only until you add human approval (Day 21).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return errors as text instead of raising exceptions inside tools?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keep tool output short?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tools are risky to give an AI?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the AI see of our API: the URL, or only the tool description?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would the C# team expose more data to this agent?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AI can read the error and explain it or try something else. A crash ends the whole run.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Tokens cost money, and long noisy data confuses the model.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Tools that change or delete data, send emails, or spend money. Those need approval.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the tool name, docstring and arguments (plus the results we return).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Build a REST endpoint (for example in ASP.NET Core) and wrap it in a new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18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tool can call any API your C# team builds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Return errors as text, never crash the agent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Read-only first; risky tools need approval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19: Milestone 3, the Portal Assistant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18: Tools that call our portal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