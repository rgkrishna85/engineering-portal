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15: Tools, the AI's phone extensions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15: Tools, the AI's phone extensions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4  ·  DAY 15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Tools, the AI's phone extensions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Define tools and see how the AI </a:t>
            </a:r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asks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to use them.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Turn a Python function into a tool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Bind tools to a model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Read and execute a tool call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code/day15_tools.py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smart employee can't see our HR database. We give them a list of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phone extensions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: "ext. 101: leave balance", "ext. 102: password reset". The employee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doesn't dial it themselves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 They write on a note: </a:t>
            </a:r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"Please call ext. 101 for Priya."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Then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make the call and tell them the result.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turns a Python function into a tool.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docstring is the instruction manual the AI reads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so write it clearly.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llm.bind_tools([...])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tells the model which tools exist.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reply contains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 list of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{name, args, id}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requests. Our code runs them.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8950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Tool results go back to the AI as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ToolMessage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code/day15_tools.py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get_leave_balance(employee_name: str) -&gt; str: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 up how many days of annual leave 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 has left."""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days = {"priya": 12, "arjun": 3}.get(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employee_name.lower())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f"{employee_name} has {days} days left."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llm_with_tools = get_llm().bind_tools(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[get_leave_balance, reset_password])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llm_with_tools.invoke("Priya's leave balance?")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print(reply.tool_calls)</a:t>
            </a:r>
            <a:endParaRPr lang="en-US" sz="10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@tool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Like a C# attribute: turns the function into a tool the AI may request.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The docstring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AI's instruction manual for the tool. Write it clearly.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tool_calls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AI's request: name + arguments + id. YOUR code runs the tool.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day15_tools.py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day15_tools.py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Asked to call: [{'name': 'get_leave_balance', 'args': {'employee_name': 'Priya'},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'id': 'toolu_01...', 'type': 'tool_call'}]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result: Priya has 12 leave days left.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LangChain 1.x, get_llm() from llm_setup.py.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Two tools with @tool: get_leave_balance(employee_name) using a fake dict,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reset_password(username). Bind them to the LLM, ask "How many leave days does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Priya have left?", print reply.tool_calls, then run the requested tool and print the result.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code/day15_tools.py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tool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book_meeting_room(room: str, time: str)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 Ask </a:t>
            </a:r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"Book room B at 3pm"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and check the AI picks the right tool with the right arguments.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never uses the tool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Improve the docstring: say exactly WHEN the tool should be used.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Wrong arguments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clear argument names and type hints (employee_name: str).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Expecting the AI to run 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AI only asks. Your code (or ToolNode, Day 16) runs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actually runs the tool: the AI or our code?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AI read to decide which tool to use?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bind_tools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inside a tool call?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message type carries the tool's result back?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Our code. The AI only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requests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it.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tool's name, docstring and argument names/types.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Tells the model which tools are available (sent with every request).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tool name, the arguments, and an id.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ToolMessage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15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Tools = phone extensions the AI may request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docstring decides when a tool is used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AI asks; our code runs the tool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16: Build an agent by hand (the ReAct loop)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15: Tools, the AI's phone extensions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