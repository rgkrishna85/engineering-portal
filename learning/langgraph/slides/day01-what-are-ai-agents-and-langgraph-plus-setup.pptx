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01: What are AI agents and LangGraph? Plus setup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01: What are AI agents and LangGraph? Plus setup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1  ·  DAY 01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are AI agents and LangGraph? Plus setup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Understand </a:t>
            </a:r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why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LangGraph exists and get every machine working.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Explain what an AI agent is, in plain words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Describe LangGraph with the office analogy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Have Python, VS Code and LangGraph working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4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5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19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3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27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Today's portal chatbot is like a receptionist holding a cheat-sheet. If you say "vacation" they read out the leave policy. If you say "I need a few days off to visit my mum", it isn't on the cheat-sheet, so they're stuck. An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agent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is a receptionist who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understands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what you mean, can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look things up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(tools),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remembers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you, and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asks the manager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when needed.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LangGraph is the floor plan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that organises how that receptionist works, step by step.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Today the portal chatbot (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src/app/api/chat/route.js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 matches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keywords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(lower.includes('leave'))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Anything not on its list fails.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agent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understands meaning, looks things up with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tools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remembers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the conversation and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asks a human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when needed.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LangGraph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is the floor plan for that agent: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the folder,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Node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a desk,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Edge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a hallway,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Conditional edge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the receptionist choosing.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93522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LangGraph exists for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Python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JavaScript/TypeScript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only. We use Python: it reads almost like English, and you only need ~15 features of it.</a:t>
            </a:r>
            <a:endParaRPr lang="en-US" sz="1500" dirty="0"/>
          </a:p>
        </p:txBody>
      </p:sp>
      <p:sp>
        <p:nvSpPr>
          <p:cNvPr id="15" name="node 5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dea 5"/>
          <p:cNvSpPr txBox="1"/>
          <p:nvPr/>
        </p:nvSpPr>
        <p:spPr>
          <a:xfrm>
            <a:off x="1051560" y="354787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Over 32 sessions you rebuild the portal chatbot as a real agent. The last week is a team capstone and demo.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Setup (PowerShell, run once)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https://github.com/rgkrishna85/engineering-portal.git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engineering-portal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claude/langraph-beginner-learning-st9sdp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-m venv .venv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day04_first_graph.py</a:t>
            </a:r>
            <a:endParaRPr lang="en-US" sz="9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venv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 private packages folder for this project, like a NuGet packages folder. You see (.venv) in the prompt when it is on.</a:t>
            </a:r>
            <a:endParaRPr lang="en-US" sz="105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pip install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Python version of dotnet restore. Downloads LangGraph and friends (1–2 minutes).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Last line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Runs a tiny graph to prove everything works. Day 4 explains what it does.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day04_first_graph.py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day04_first_graph.py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{'name': 'Priya', 'message': 'Hello Priya, welcome to the help desk!'}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to a C# developer, in 5 bullet points and plain words: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an AI agent is, what LangGraph is, and why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(graph) is a good way to organise an AI app.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an office help desk as the example.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Compare with a colleague's version.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Your terminal shows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{'name': 'Priya', 'message': 'Hello Priya, welcome to the help desk!'}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'py' is not recognised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Reinstall Python and tick "Add python.exe to PATH", then open a NEW terminal.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Running scripts is disabled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once: Set-ExecutionPolicy -Scope CurrentUser RemoteSigned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ModuleNotFoundError: langgraph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venv is not active. Run .venv\Scripts\activate and look for (.venv).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office picture, what is the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difference between the current portal chatbot and an AI agent?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two programming languages is LangGraph available in?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correspond to in .NET?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does the API key go, and where must it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never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go?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folder that travels between desks, carrying all the notes (data).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chatbot matches fixed keywords. An agent understands language, can use tools, can remember, and can ask a human.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Python and JavaScript/TypeScript.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restore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(installing NuGet packages).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file. Never in code, in git, or in a prompt.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01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Keyword bots break on new wording; agents understand meaning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LangGraph = a floor plan of desks (nodes) joined by hallways (edges)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Your laptop is ready: the first graph runs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02: Python for C# developers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01: What are AI agents and LangGraph? Plus setup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