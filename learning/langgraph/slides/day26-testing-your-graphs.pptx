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26: Testing your graphs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26: Testing your graphs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6  ·  DAY 26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Testing your graphs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Write automatic tests, like xUnit in C#.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Write pytest tests for graphs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Test interrupts and routing reliably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Know how to test AI parts loosely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code/test_day26_graphs.py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 mystery shopper visits the office every night and checks that the IT question still goes to IT and the leave request still waits for the manager.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pytest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any function named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test_...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with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Run it with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-q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non-AI parts exactly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routing rules, reducers, interrupts (deterministic).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32257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AI parts loosely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check the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type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of output, the route chosen for clear examples, or that the right tool was called. Don't check exact wording.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93522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 further later with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LangSmith evaluations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a dataset of questions plus scoring, run before each release.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code/test_day26_graphs.py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test_vpn_question_goes_to_it():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routing_graph.invoke(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{"question": "my vpn is down"})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result["department"] == "it"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test_leave_request_pauses_then_resumes():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 = {"configurable": {"thread_id": "t-1"}}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paused = leave_graph.invoke(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{"employee": "Arjun", "days": 10}, config)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"__interrupt__" in paused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= leave_graph.invoke(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Command(resume="rejected"), config)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"rejected" in final["message"]</a:t>
            </a:r>
            <a:endParaRPr lang="en-US" sz="11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test_ functions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pytest finds any function named test_... in test_*.py files. Like [Fact].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assert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Like Assert.Equal. A failing assert fails the test.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Own thread_id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test uses its own thread so tests don't share memory.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-q test_day26_graphs.py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pytest -q test_day26_graphs.py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                                              [100%]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passed in 0.37s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pytest, LangGraph 1.x.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Write pytest tests for: day06_routing (VPN question -&gt; "it", nonsense -&gt; "unknown"),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day08_parallel_reducers (3 checklist items), and day21_human_approval (it pauses with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__interrupt__, balance_ok is False for Arjun asking 10 days, resuming with "rejected"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gives a message containing "rejected").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code/test_day26_graphs.py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a test for your Day 6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finance_desk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and a test for the Day 21 "skip the manager when balance is low" change. Both must pass.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Asserting exact AI wording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text changes every run. Test the route, the type, or the tool called.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Tests affect each other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Give every test its own thread_id.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 tests collected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File must be named test_*.py and functions test_*.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does pytest find tests?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are AI outputs hard to test exactly?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can you reliably test in an AI graph?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test uses a different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thread_id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Why?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LangSmith evaluation dataset?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Files named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test_*.py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and functions named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test_*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wording changes from run to run (it's non-deterministic).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Routing on clear cases, structured-output types, which tool was called, interrupts, and the non-AI nodes.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 tests don't share memory and affect each other.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saved list of inputs (and expected results) used to score your agent automatically.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26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Test non-AI parts exactly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Test AI parts by route, type and tool choice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Unique thread_id per test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27: Serve it as an API (for C# and the portal)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26: Testing your graphs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