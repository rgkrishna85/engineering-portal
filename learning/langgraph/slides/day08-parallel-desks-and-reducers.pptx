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08: Parallel desks and reducers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08: Parallel desks and reducers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2  ·  DAY 08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Parallel desks and reducers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Run several desks at the same time and </a:t>
            </a:r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merge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their results instead of overwriting them.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Run nodes in parallel (fan-out / fan-in)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Merge results with a reducer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Recognise InvalidUpdateError and fix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code/day08_parallel_reducers.py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4097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new employee joins. IT, HR and Facilities all prepare things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at the same time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and each adds a line to one shared checklist. A summary desk waits for all three.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898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300990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147060"/>
            <a:ext cx="78638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+--&gt; it_setup ----------+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+--&gt; hr_setup ----------+--&gt; summary -&gt;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+--&gt; facilities_setup --+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Fan-out: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several edges leave one point, and those nodes run in parallel.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Fan-in: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add_edge(["a", "b", "c"], "summary")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makes summary wait for all of them.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Reducer: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checklist: Annotated[list[str], operator.add]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means "when several desks write here,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add the lists together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 (like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AddRange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). Without it you'd get an error, or lose data.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311810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You'll meet a reducer again on Day 11: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which appends chat messages.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code/day08_parallel_reducers.py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State(TypedDict, total=False):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checklist: Annotated[list[str], operator.add]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it_setup(state):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{"checklist": ["IT: laptop + email"]}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desk in ["it_setup", "hr_setup",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"facilities_setup"]: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builder.add_edge(START, desk)        # fan-out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builder.add_edge(["it_setup", "hr_setup",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"facilities_setup"], "summary")</a:t>
            </a:r>
            <a:endParaRPr lang="en-US" sz="12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Annotated[..., operator.add]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reducer: ADD the lists together instead of replacing. Like AddRange.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Fan-out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Three edges leave START, so the three desks run at the same time.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Fan-in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add_edge([list], "summary") makes summary wait for all three.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day08_parallel_reducers.py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day08_parallel_reducers.py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Facilities: desk + access card for Arjun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HR: contract + payroll for Arjun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IT: laptop + email for Arjun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tasks ready for Arjun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 beginner.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New-joiner onboarding graph. it_setup, hr_setup and facilities_setup run in PARALLEL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 START, each adds one item to a 'checklist' list. A 'summary' node waits for 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three and writes "3 tasks ready for &lt;employee&gt;".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use Annotated[list[str], operator.add] as the reducer. Explain what a reducer is.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code/day08_parallel_reducers.py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Remove the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Annotated[..., operator.add]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and run it. What happens? Put it back. Then add a 4th parallel desk,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security_setup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InvalidUpdateError: Can receive only one value per step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Several parallel nodes wrote one plain field. Add a reducer with Annotated.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Expecting a fixed order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Parallel results can arrive in any order. Don't rely on it.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Summary runs too early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ONE add_edge with a list of all sources, not three separate edges.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reducer, in one sentence?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Without a reducer, what goes wrong when 3 parallel desks write to the same field?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you make a node wait for several others?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 parallel nodes always finish in the same order?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reducer is used for chat messages?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rule that says how to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combine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 new value with the existing one (for example, append instead of replace).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LangGraph raises an error (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InvalidUpdateError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), because it doesn't know which value to keep.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builder.add_edge(["a", "b", "c"], "next")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No. Don't rely on the order of results from parallel desks.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(built into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MessagesState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08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Fan-out = parallel; fan-in = wait for all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reducer says how to MERGE writes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operator.add for lists; add_messages for chats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09: Milestone 1, a graph without 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08: Parallel desks and reducers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