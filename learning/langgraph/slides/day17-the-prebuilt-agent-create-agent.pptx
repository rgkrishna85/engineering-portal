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LangGraph from Zero · Day 17: The prebuilt agent (create_agent)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LangGraph from Zero · Day 17: The prebuilt agent (create_agent)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WEEK 4  ·  DAY 17  ·  30 MIN SELF-STUDY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The prebuilt agent (create_agent)</a:t>
            </a:r>
            <a:endParaRPr lang="en-US" sz="3600" dirty="0"/>
          </a:p>
        </p:txBody>
      </p:sp>
      <p:sp>
        <p:nvSpPr>
          <p:cNvPr id="4" name="goal"/>
          <p:cNvSpPr txBox="1"/>
          <p:nvPr/>
        </p:nvSpPr>
        <p:spPr>
          <a:xfrm>
            <a:off x="457200" y="205740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Build the same agent in one line, and know when to use the prebuilt version and when to build by hand.</a:t>
            </a:r>
            <a:endParaRPr lang="en-US" sz="1600" dirty="0"/>
          </a:p>
        </p:txBody>
      </p:sp>
      <p:sp>
        <p:nvSpPr>
          <p:cNvPr id="5" name="outcomes card"/>
          <p:cNvSpPr/>
          <p:nvPr/>
        </p:nvSpPr>
        <p:spPr>
          <a:xfrm>
            <a:off x="5029200" y="1965960"/>
            <a:ext cx="3657600" cy="2377440"/>
          </a:xfrm>
          <a:prstGeom prst="roundRect">
            <a:avLst>
              <a:gd name="adj" fmla="val 384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578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BY THE END YOU CAN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5257800" y="255117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57800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Create an agent in one line with create_agent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5257800" y="311810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3081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Choose between prebuilt and hand-built agents</a:t>
            </a:r>
            <a:endParaRPr lang="en-US" sz="1300" dirty="0"/>
          </a:p>
        </p:txBody>
      </p:sp>
      <p:sp>
        <p:nvSpPr>
          <p:cNvPr id="13" name="node 3"/>
          <p:cNvSpPr/>
          <p:nvPr/>
        </p:nvSpPr>
        <p:spPr>
          <a:xfrm>
            <a:off x="5257800" y="3685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Get the final answer from an agent run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Before you start</a:t>
            </a:r>
            <a:endParaRPr lang="en-US" sz="2800" dirty="0"/>
          </a:p>
        </p:txBody>
      </p:sp>
      <p:sp>
        <p:nvSpPr>
          <p:cNvPr id="3" name="checklist card"/>
          <p:cNvSpPr/>
          <p:nvPr/>
        </p:nvSpPr>
        <p:spPr>
          <a:xfrm>
            <a:off x="457200" y="1051560"/>
            <a:ext cx="41148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CHECKLIST</a:t>
            </a:r>
            <a:endParaRPr lang="en-US" sz="1100" dirty="0"/>
          </a:p>
        </p:txBody>
      </p:sp>
      <p:sp>
        <p:nvSpPr>
          <p:cNvPr id="5" name="node "/>
          <p:cNvSpPr/>
          <p:nvPr/>
        </p:nvSpPr>
        <p:spPr>
          <a:xfrm>
            <a:off x="685800" y="15727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72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17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Switch on Python (VS Code terminal)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01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learning\langgraph\code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1100" dirty="0"/>
          </a:p>
        </p:txBody>
      </p:sp>
      <p:sp>
        <p:nvSpPr>
          <p:cNvPr id="9" name="node "/>
          <p:cNvSpPr/>
          <p:nvPr/>
        </p:nvSpPr>
        <p:spPr>
          <a:xfrm>
            <a:off x="685800" y="24414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41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386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Today's reference file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6700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code/day17_prebuilt_agent.py</a:t>
            </a:r>
            <a:endParaRPr lang="en-US" sz="1100" dirty="0"/>
          </a:p>
        </p:txBody>
      </p:sp>
      <p:sp>
        <p:nvSpPr>
          <p:cNvPr id="13" name="node "/>
          <p:cNvSpPr/>
          <p:nvPr/>
        </p:nvSpPr>
        <p:spPr>
          <a:xfrm>
            <a:off x="685800" y="331012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310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key needed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5387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ANTHROPIC_API_KEY in code\.env (see setup guide)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YOUR 30 MINUTES</a:t>
            </a:r>
            <a:endParaRPr lang="en-US" sz="1100" dirty="0"/>
          </a:p>
        </p:txBody>
      </p:sp>
      <p:sp>
        <p:nvSpPr>
          <p:cNvPr id="18" name="timeline"/>
          <p:cNvSpPr/>
          <p:nvPr/>
        </p:nvSpPr>
        <p:spPr>
          <a:xfrm>
            <a:off x="5129784" y="1783080"/>
            <a:ext cx="0" cy="21259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9" name="node 1"/>
          <p:cNvSpPr/>
          <p:nvPr/>
        </p:nvSpPr>
        <p:spPr>
          <a:xfrm>
            <a:off x="4937760" y="16002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1554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0–8 min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Understand: picture + key ideas</a:t>
            </a:r>
            <a:endParaRPr lang="en-US" sz="1400" dirty="0"/>
          </a:p>
        </p:txBody>
      </p:sp>
      <p:sp>
        <p:nvSpPr>
          <p:cNvPr id="23" name="node 2"/>
          <p:cNvSpPr/>
          <p:nvPr/>
        </p:nvSpPr>
        <p:spPr>
          <a:xfrm>
            <a:off x="4937760" y="23088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23088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22631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8–13 min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24917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and run the example code</a:t>
            </a:r>
            <a:endParaRPr lang="en-US" sz="1400" dirty="0"/>
          </a:p>
        </p:txBody>
      </p:sp>
      <p:sp>
        <p:nvSpPr>
          <p:cNvPr id="27" name="node 3"/>
          <p:cNvSpPr/>
          <p:nvPr/>
        </p:nvSpPr>
        <p:spPr>
          <a:xfrm>
            <a:off x="4937760" y="30175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377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29718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13–23 min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it yourself with AI</a:t>
            </a:r>
            <a:endParaRPr lang="en-US" sz="1400" dirty="0"/>
          </a:p>
        </p:txBody>
      </p:sp>
      <p:sp>
        <p:nvSpPr>
          <p:cNvPr id="31" name="node 4"/>
          <p:cNvSpPr/>
          <p:nvPr/>
        </p:nvSpPr>
        <p:spPr>
          <a:xfrm>
            <a:off x="4937760" y="37261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37760" y="37261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0" y="36804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23–30 min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0" y="39090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task, mistakes, quiz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picture in plain words</a:t>
            </a:r>
            <a:endParaRPr lang="en-US" sz="2800" dirty="0"/>
          </a:p>
        </p:txBody>
      </p:sp>
      <p:sp>
        <p:nvSpPr>
          <p:cNvPr id="3" name="analogy card"/>
          <p:cNvSpPr/>
          <p:nvPr/>
        </p:nvSpPr>
        <p:spPr>
          <a:xfrm>
            <a:off x="457200" y="1051560"/>
            <a:ext cx="82296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“</a:t>
            </a:r>
            <a:endParaRPr lang="en-US" sz="6000" dirty="0"/>
          </a:p>
        </p:txBody>
      </p:sp>
      <p:sp>
        <p:nvSpPr>
          <p:cNvPr id="5" name="analogy"/>
          <p:cNvSpPr txBox="1"/>
          <p:nvPr/>
        </p:nvSpPr>
        <p:spPr>
          <a:xfrm>
            <a:off x="960120" y="1783080"/>
            <a:ext cx="7223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Yesterday you built a car engine by hand so you know how it works. Today you buy the car.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Key ideas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1155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idea 1"/>
          <p:cNvSpPr txBox="1"/>
          <p:nvPr/>
        </p:nvSpPr>
        <p:spPr>
          <a:xfrm>
            <a:off x="1051560" y="1097280"/>
            <a:ext cx="7635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langchain.agents import create_agent</a:t>
            </a:r>
            <a:endParaRPr lang="en-US" sz="1500" dirty="0"/>
          </a:p>
        </p:txBody>
      </p:sp>
      <p:sp>
        <p:nvSpPr>
          <p:cNvPr id="6" name="node 2"/>
          <p:cNvSpPr/>
          <p:nvPr/>
        </p:nvSpPr>
        <p:spPr>
          <a:xfrm>
            <a:off x="457200" y="16824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idea 2"/>
          <p:cNvSpPr txBox="1"/>
          <p:nvPr/>
        </p:nvSpPr>
        <p:spPr>
          <a:xfrm>
            <a:off x="1051560" y="1664208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create_agent(model, tools, system_prompt="...")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returns a compiled graph, so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and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work as usual.</a:t>
            </a:r>
            <a:endParaRPr lang="en-US" sz="1500" dirty="0"/>
          </a:p>
        </p:txBody>
      </p:sp>
      <p:sp>
        <p:nvSpPr>
          <p:cNvPr id="9" name="node 3"/>
          <p:cNvSpPr/>
          <p:nvPr/>
        </p:nvSpPr>
        <p:spPr>
          <a:xfrm>
            <a:off x="457200" y="229514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95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idea 3"/>
          <p:cNvSpPr txBox="1"/>
          <p:nvPr/>
        </p:nvSpPr>
        <p:spPr>
          <a:xfrm>
            <a:off x="1051560" y="2276856"/>
            <a:ext cx="7635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Use the prebuilt agent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for most "chat plus tools" cases.</a:t>
            </a:r>
            <a:endParaRPr lang="en-US" sz="1500" dirty="0"/>
          </a:p>
        </p:txBody>
      </p:sp>
      <p:sp>
        <p:nvSpPr>
          <p:cNvPr id="12" name="node 4"/>
          <p:cNvSpPr/>
          <p:nvPr/>
        </p:nvSpPr>
        <p:spPr>
          <a:xfrm>
            <a:off x="457200" y="286207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idea 4"/>
          <p:cNvSpPr txBox="1"/>
          <p:nvPr/>
        </p:nvSpPr>
        <p:spPr>
          <a:xfrm>
            <a:off x="1051560" y="2843784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Build by hand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when you need custom steps (approval, validation, special routing).</a:t>
            </a:r>
            <a:endParaRPr lang="en-US" sz="1500" dirty="0"/>
          </a:p>
        </p:txBody>
      </p:sp>
      <p:sp>
        <p:nvSpPr>
          <p:cNvPr id="15" name="node 5"/>
          <p:cNvSpPr/>
          <p:nvPr/>
        </p:nvSpPr>
        <p:spPr>
          <a:xfrm>
            <a:off x="457200" y="34747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idea 5"/>
          <p:cNvSpPr txBox="1"/>
          <p:nvPr/>
        </p:nvSpPr>
        <p:spPr>
          <a:xfrm>
            <a:off x="1051560" y="3456432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 assistants often suggest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create_react_agent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from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langgraph.prebuilt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 That's the older style.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See it in code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51560"/>
            <a:ext cx="5029200" cy="3429000"/>
          </a:xfrm>
          <a:prstGeom prst="roundRect">
            <a:avLst>
              <a:gd name="adj" fmla="val 2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code/day17_prebuilt_agent.py</a:t>
            </a:r>
            <a:endParaRPr lang="en-US" sz="1000" dirty="0"/>
          </a:p>
        </p:txBody>
      </p:sp>
      <p:sp>
        <p:nvSpPr>
          <p:cNvPr id="5" name="code"/>
          <p:cNvSpPr txBox="1"/>
          <p:nvPr/>
        </p:nvSpPr>
        <p:spPr>
          <a:xfrm>
            <a:off x="640080" y="1508760"/>
            <a:ext cx="4663440" cy="2834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langchain.agents import create_agent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create_agent(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model=get_llm(),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tools=[get_leave_balance, reset_password],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system_prompt="You are the office help desk. 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"Use tools when you need real data.",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agent.invoke({"messages": 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{"role": "user",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"content": "How many leave days does Ravi have?"}]})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print(result["messages"][-1].content)</a:t>
            </a:r>
            <a:endParaRPr lang="en-US" sz="1050" dirty="0"/>
          </a:p>
        </p:txBody>
      </p:sp>
      <p:sp>
        <p:nvSpPr>
          <p:cNvPr id="6" name="note 1"/>
          <p:cNvSpPr/>
          <p:nvPr/>
        </p:nvSpPr>
        <p:spPr>
          <a:xfrm>
            <a:off x="5669280" y="1051560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node 1"/>
          <p:cNvSpPr/>
          <p:nvPr/>
        </p:nvSpPr>
        <p:spPr>
          <a:xfrm>
            <a:off x="5806440" y="11887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0644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161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create_agent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152704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Builds yesterday's agent → tools loop for you. Returns a compiled graph.</a:t>
            </a:r>
            <a:endParaRPr lang="en-US" sz="1200" dirty="0"/>
          </a:p>
        </p:txBody>
      </p:sp>
      <p:sp>
        <p:nvSpPr>
          <p:cNvPr id="11" name="note 2"/>
          <p:cNvSpPr/>
          <p:nvPr/>
        </p:nvSpPr>
        <p:spPr>
          <a:xfrm>
            <a:off x="5669280" y="2221992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ode 2"/>
          <p:cNvSpPr/>
          <p:nvPr/>
        </p:nvSpPr>
        <p:spPr>
          <a:xfrm>
            <a:off x="5806440" y="235915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06440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system_prompt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26974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agent's job description, set once.</a:t>
            </a:r>
            <a:endParaRPr lang="en-US" sz="1200" dirty="0"/>
          </a:p>
        </p:txBody>
      </p:sp>
      <p:sp>
        <p:nvSpPr>
          <p:cNvPr id="16" name="note 3"/>
          <p:cNvSpPr/>
          <p:nvPr/>
        </p:nvSpPr>
        <p:spPr>
          <a:xfrm>
            <a:off x="5669280" y="3392424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ode 3"/>
          <p:cNvSpPr/>
          <p:nvPr/>
        </p:nvSpPr>
        <p:spPr>
          <a:xfrm>
            <a:off x="5806440" y="352958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06440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502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messages[-1]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806440" y="386791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last message is the final answer.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Run it and compare</a:t>
            </a:r>
            <a:endParaRPr lang="en-US" sz="2800" dirty="0"/>
          </a:p>
        </p:txBody>
      </p:sp>
      <p:sp>
        <p:nvSpPr>
          <p:cNvPr id="3" name="steps line"/>
          <p:cNvSpPr/>
          <p:nvPr/>
        </p:nvSpPr>
        <p:spPr>
          <a:xfrm>
            <a:off x="649224" y="1243584"/>
            <a:ext cx="6172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node 1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Switch on Python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950" dirty="0"/>
          </a:p>
        </p:txBody>
      </p:sp>
      <p:sp>
        <p:nvSpPr>
          <p:cNvPr id="8" name="node 2"/>
          <p:cNvSpPr/>
          <p:nvPr/>
        </p:nvSpPr>
        <p:spPr>
          <a:xfrm>
            <a:off x="25146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146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Run the example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day17_prebuilt_agent.py</a:t>
            </a:r>
            <a:endParaRPr lang="en-US" sz="950" dirty="0"/>
          </a:p>
        </p:txBody>
      </p:sp>
      <p:sp>
        <p:nvSpPr>
          <p:cNvPr id="12" name="node 3"/>
          <p:cNvSpPr/>
          <p:nvPr/>
        </p:nvSpPr>
        <p:spPr>
          <a:xfrm>
            <a:off x="45720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Compare the output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Same shape as below? It works.</a:t>
            </a:r>
            <a:endParaRPr lang="en-US" sz="1100" dirty="0"/>
          </a:p>
        </p:txBody>
      </p:sp>
      <p:sp>
        <p:nvSpPr>
          <p:cNvPr id="16" name="node 4"/>
          <p:cNvSpPr/>
          <p:nvPr/>
        </p:nvSpPr>
        <p:spPr>
          <a:xfrm>
            <a:off x="66294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Change one thing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Predict the result, run again.</a:t>
            </a:r>
            <a:endParaRPr lang="en-US" sz="1100" dirty="0"/>
          </a:p>
        </p:txBody>
      </p:sp>
      <p:sp>
        <p:nvSpPr>
          <p:cNvPr id="20" name="code panel"/>
          <p:cNvSpPr/>
          <p:nvPr/>
        </p:nvSpPr>
        <p:spPr>
          <a:xfrm>
            <a:off x="457200" y="2286000"/>
            <a:ext cx="8229600" cy="2194560"/>
          </a:xfrm>
          <a:prstGeom prst="roundRect">
            <a:avLst>
              <a:gd name="adj" fmla="val 41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4231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EXPECTED OUTPUT</a:t>
            </a:r>
            <a:endParaRPr lang="en-US" sz="1000" dirty="0"/>
          </a:p>
        </p:txBody>
      </p:sp>
      <p:sp>
        <p:nvSpPr>
          <p:cNvPr id="22" name="code"/>
          <p:cNvSpPr txBox="1"/>
          <p:nvPr/>
        </p:nvSpPr>
        <p:spPr>
          <a:xfrm>
            <a:off x="640080" y="274320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python day17_prebuilt_agent.py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Ravi has 20 leave days left.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(example: your wording will differ)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Build it yourself with AI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PASTE INTO CLAUDE CODE / COPILOT CHAT</a:t>
            </a:r>
            <a:endParaRPr lang="en-US" sz="1100" dirty="0"/>
          </a:p>
        </p:txBody>
      </p:sp>
      <p:sp>
        <p:nvSpPr>
          <p:cNvPr id="4" name="prompt card"/>
          <p:cNvSpPr/>
          <p:nvPr/>
        </p:nvSpPr>
        <p:spPr>
          <a:xfrm>
            <a:off x="457200" y="1325880"/>
            <a:ext cx="539496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mpt"/>
          <p:cNvSpPr txBox="1"/>
          <p:nvPr/>
        </p:nvSpPr>
        <p:spPr>
          <a:xfrm>
            <a:off x="640080" y="1463040"/>
            <a:ext cx="5029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LangChain 1.x — use `from langchain.agents import create_agent` (not create_react_agent).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Recreate the Day 16 agent with create_agent using my tools from day15_tools.py and 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system prompt. Ask "How many leave days does Ravi have?" and print only the final answer.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024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THEN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6126480" y="137160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3441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 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61848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Run the generated file right away.</a:t>
            </a:r>
            <a:endParaRPr lang="en-US" sz="1150" dirty="0"/>
          </a:p>
        </p:txBody>
      </p:sp>
      <p:sp>
        <p:nvSpPr>
          <p:cNvPr id="11" name="node 2"/>
          <p:cNvSpPr/>
          <p:nvPr/>
        </p:nvSpPr>
        <p:spPr>
          <a:xfrm>
            <a:off x="6126480" y="216027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2160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13283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Ask why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40715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"Explain this line by line for a C# developer."</a:t>
            </a:r>
            <a:endParaRPr lang="en-US" sz="1150" dirty="0"/>
          </a:p>
        </p:txBody>
      </p:sp>
      <p:sp>
        <p:nvSpPr>
          <p:cNvPr id="15" name="node 3"/>
          <p:cNvSpPr/>
          <p:nvPr/>
        </p:nvSpPr>
        <p:spPr>
          <a:xfrm>
            <a:off x="6126480" y="294894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29489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9215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Break it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19582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Try odd inputs: capitals, empty text, typos.</a:t>
            </a:r>
            <a:endParaRPr lang="en-US" sz="1150" dirty="0"/>
          </a:p>
        </p:txBody>
      </p:sp>
      <p:sp>
        <p:nvSpPr>
          <p:cNvPr id="19" name="node 4"/>
          <p:cNvSpPr/>
          <p:nvPr/>
        </p:nvSpPr>
        <p:spPr>
          <a:xfrm>
            <a:off x="6126480" y="373761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37376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71017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398449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Open code/day17_prebuilt_agent.py and spot the differences.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Check yourself and watch out</a:t>
            </a:r>
            <a:endParaRPr lang="en-US" sz="2800" dirty="0"/>
          </a:p>
        </p:txBody>
      </p:sp>
      <p:sp>
        <p:nvSpPr>
          <p:cNvPr id="3" name="check task card"/>
          <p:cNvSpPr/>
          <p:nvPr/>
        </p:nvSpPr>
        <p:spPr>
          <a:xfrm>
            <a:off x="457200" y="1051560"/>
            <a:ext cx="3931920" cy="34290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07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YOUR CHECK TASK</a:t>
            </a:r>
            <a:endParaRPr lang="en-US" sz="1100" dirty="0"/>
          </a:p>
        </p:txBody>
      </p:sp>
      <p:sp>
        <p:nvSpPr>
          <p:cNvPr id="5" name="check task"/>
          <p:cNvSpPr txBox="1"/>
          <p:nvPr/>
        </p:nvSpPr>
        <p:spPr>
          <a:xfrm>
            <a:off x="685800" y="1554480"/>
            <a:ext cx="3474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Ask the agent something that needs </a:t>
            </a:r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no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 tool ("What is the capital of France?") and something that needs </a:t>
            </a:r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both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 tools. Did it choose correctly both times?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11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Score: 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3 works and you can explain it · 2 works with help · 1 attempted · 0 not tried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COMMON MISTAKES</a:t>
            </a:r>
            <a:endParaRPr lang="en-US" sz="1100" dirty="0"/>
          </a:p>
        </p:txBody>
      </p:sp>
      <p:sp>
        <p:nvSpPr>
          <p:cNvPr id="8" name="node !"/>
          <p:cNvSpPr/>
          <p:nvPr/>
        </p:nvSpPr>
        <p:spPr>
          <a:xfrm>
            <a:off x="4663440" y="141732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AI suggests create_react_agent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76479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Older style. Use from langchain.agents import create_agent.</a:t>
            </a:r>
            <a:endParaRPr lang="en-US" sz="1200" dirty="0"/>
          </a:p>
        </p:txBody>
      </p:sp>
      <p:sp>
        <p:nvSpPr>
          <p:cNvPr id="12" name="node !"/>
          <p:cNvSpPr/>
          <p:nvPr/>
        </p:nvSpPr>
        <p:spPr>
          <a:xfrm>
            <a:off x="4663440" y="2441448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441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4140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Printing the whole result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7889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result is the full state. Use result["messages"][-1].content.</a:t>
            </a:r>
            <a:endParaRPr lang="en-US" sz="1200" dirty="0"/>
          </a:p>
        </p:txBody>
      </p:sp>
      <p:sp>
        <p:nvSpPr>
          <p:cNvPr id="16" name="node !"/>
          <p:cNvSpPr/>
          <p:nvPr/>
        </p:nvSpPr>
        <p:spPr>
          <a:xfrm>
            <a:off x="4663440" y="3465576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4381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Need an approval step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81304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Then build by hand (Day 16) and add your own nodes.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Quiz: 5 questions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does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create_agent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return?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When would you build the agent by hand?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Name the older function your AI assistant might suggest.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do you get only the final answer from the result?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Is the agent's tool choice guaranteed to be right?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Answer each one aloud or on paper before you look at the next slide. 1 point each.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 answers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compiled graph (you can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,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, add a checkpointer, and so on).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When you need custom steps, routing, approvals or validation inside the loop.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create_react_agent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from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langgraph.prebuilt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result["messages"][-1].content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No. Good docstrings and prompts improve it, and you test it (Day 26).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Got 4–5 right? Great. Fewer? Re-read the key ideas slide and try the quiz again tomorrow.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DAY 17 WRAP-UP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4" name="node 1"/>
          <p:cNvSpPr/>
          <p:nvPr/>
        </p:nvSpPr>
        <p:spPr>
          <a:xfrm>
            <a:off x="457200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550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create_agent = the ReAct loop in one line</a:t>
            </a:r>
            <a:endParaRPr lang="en-US" sz="1600" dirty="0"/>
          </a:p>
        </p:txBody>
      </p:sp>
      <p:sp>
        <p:nvSpPr>
          <p:cNvPr id="7" name="node 2"/>
          <p:cNvSpPr/>
          <p:nvPr/>
        </p:nvSpPr>
        <p:spPr>
          <a:xfrm>
            <a:off x="457200" y="23500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3134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It returns a graph: invoke, stream, memory all work</a:t>
            </a:r>
            <a:endParaRPr lang="en-US" sz="1600" dirty="0"/>
          </a:p>
        </p:txBody>
      </p:sp>
      <p:sp>
        <p:nvSpPr>
          <p:cNvPr id="10" name="node 3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71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Build by hand only when you need custom steps</a:t>
            </a:r>
            <a:endParaRPr lang="en-US" sz="1600" dirty="0"/>
          </a:p>
        </p:txBody>
      </p:sp>
      <p:sp>
        <p:nvSpPr>
          <p:cNvPr id="13" name="score card"/>
          <p:cNvSpPr/>
          <p:nvPr/>
        </p:nvSpPr>
        <p:spPr>
          <a:xfrm>
            <a:off x="5349240" y="1691640"/>
            <a:ext cx="3337560" cy="1463040"/>
          </a:xfrm>
          <a:prstGeom prst="roundRect">
            <a:avLst>
              <a:gd name="adj" fmla="val 625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1801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SCORE YOURSELF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1031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Quiz /5 + check task /3 + explain 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to someone /2 = your score /10.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8–10 move on · 5–7 re-read · 0–4 get a buddy</a:t>
            </a:r>
            <a:endParaRPr lang="en-US" sz="1200" dirty="0"/>
          </a:p>
        </p:txBody>
      </p:sp>
      <p:sp>
        <p:nvSpPr>
          <p:cNvPr id="16" name="next card"/>
          <p:cNvSpPr/>
          <p:nvPr/>
        </p:nvSpPr>
        <p:spPr>
          <a:xfrm>
            <a:off x="5349240" y="3291840"/>
            <a:ext cx="333756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3383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NEXT UP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63931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Day 18: Tools that call our portal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ngGraph Help Desk">
  <a:themeElements>
    <a:clrScheme name="LangGraph Help Desk">
      <a:dk1>
        <a:srgbClr val="1F2328"/>
      </a:dk1>
      <a:lt1>
        <a:srgbClr val="FFFFFF"/>
      </a:lt1>
      <a:dk2>
        <a:srgbClr val="0E3B43"/>
      </a:dk2>
      <a:lt2>
        <a:srgbClr val="EAF3F1"/>
      </a:lt2>
      <a:accent1>
        <a:srgbClr val="0E7C7B"/>
      </a:accent1>
      <a:accent2>
        <a:srgbClr val="F2A541"/>
      </a:accent2>
      <a:accent3>
        <a:srgbClr val="D9534F"/>
      </a:accent3>
      <a:accent4>
        <a:srgbClr val="5B8E7D"/>
      </a:accent4>
      <a:accent5>
        <a:srgbClr val="1E2A32"/>
      </a:accent5>
      <a:accent6>
        <a:srgbClr val="C9DEDA"/>
      </a:accent6>
      <a:hlink>
        <a:srgbClr val="0E7C7B"/>
      </a:hlink>
      <a:folHlink>
        <a:srgbClr val="5B8E7D"/>
      </a:folHlink>
    </a:clrScheme>
    <a:fontScheme name="LangGraph Help 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17: The prebuilt agent (create_agent)</dc:title>
  <dc:subject>LangGraph self-study guide</dc:subject>
  <dc:creator>Engineering Portal LangGraph program</dc:creator>
  <cp:lastModifiedBy>Engineering Portal LangGraph program</cp:lastModifiedBy>
  <cp:revision>1</cp:revision>
  <dcterms:created xsi:type="dcterms:W3CDTF">2026-10-24T05:21:16Z</dcterms:created>
  <dcterms:modified xsi:type="dcterms:W3CDTF">2026-10-24T05:21:16Z</dcterms:modified>
</cp:coreProperties>
</file>